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66" r:id="rId5"/>
    <p:sldId id="267" r:id="rId6"/>
    <p:sldId id="263" r:id="rId7"/>
    <p:sldId id="264" r:id="rId8"/>
    <p:sldId id="265" r:id="rId9"/>
    <p:sldId id="260" r:id="rId10"/>
    <p:sldId id="261" r:id="rId11"/>
    <p:sldId id="268" r:id="rId12"/>
    <p:sldId id="269" r:id="rId13"/>
    <p:sldId id="270" r:id="rId14"/>
    <p:sldId id="271" r:id="rId15"/>
    <p:sldId id="272" r:id="rId16"/>
    <p:sldId id="262" r:id="rId17"/>
    <p:sldId id="273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CE4C06-33C5-597D-9B17-5090126F0715}" v="8" dt="2025-05-02T22:58:09.6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47" autoAdjust="0"/>
    <p:restoredTop sz="94660"/>
  </p:normalViewPr>
  <p:slideViewPr>
    <p:cSldViewPr snapToGrid="0">
      <p:cViewPr varScale="1">
        <p:scale>
          <a:sx n="82" d="100"/>
          <a:sy n="82" d="100"/>
        </p:scale>
        <p:origin x="484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gved Thorat" userId="42555bc56709ec87" providerId="LiveId" clId="{1E22E0C3-0627-4086-9CC8-76C997EFCEFD}"/>
    <pc:docChg chg="undo custSel modSld">
      <pc:chgData name="Rigved Thorat" userId="42555bc56709ec87" providerId="LiveId" clId="{1E22E0C3-0627-4086-9CC8-76C997EFCEFD}" dt="2025-05-03T03:11:02.717" v="13" actId="20577"/>
      <pc:docMkLst>
        <pc:docMk/>
      </pc:docMkLst>
      <pc:sldChg chg="addSp delSp modSp mod addAnim delAnim">
        <pc:chgData name="Rigved Thorat" userId="42555bc56709ec87" providerId="LiveId" clId="{1E22E0C3-0627-4086-9CC8-76C997EFCEFD}" dt="2025-05-03T03:11:02.717" v="13" actId="20577"/>
        <pc:sldMkLst>
          <pc:docMk/>
          <pc:sldMk cId="0" sldId="261"/>
        </pc:sldMkLst>
        <pc:spChg chg="mod">
          <ac:chgData name="Rigved Thorat" userId="42555bc56709ec87" providerId="LiveId" clId="{1E22E0C3-0627-4086-9CC8-76C997EFCEFD}" dt="2025-05-03T03:11:02.717" v="13" actId="20577"/>
          <ac:spMkLst>
            <pc:docMk/>
            <pc:sldMk cId="0" sldId="261"/>
            <ac:spMk id="89" creationId="{00000000-0000-0000-0000-000000000000}"/>
          </ac:spMkLst>
        </pc:spChg>
        <pc:picChg chg="add del">
          <ac:chgData name="Rigved Thorat" userId="42555bc56709ec87" providerId="LiveId" clId="{1E22E0C3-0627-4086-9CC8-76C997EFCEFD}" dt="2025-05-03T03:09:38.514" v="2" actId="478"/>
          <ac:picMkLst>
            <pc:docMk/>
            <pc:sldMk cId="0" sldId="261"/>
            <ac:picMk id="3" creationId="{4016F097-65E7-8866-AD61-0D8B3DEAE692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A6C8BC-7F8A-4D04-AC8D-6090FAF2A1A9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CB7FC974-2761-49F0-87FE-3C04A678453B}">
      <dgm:prSet/>
      <dgm:spPr/>
      <dgm:t>
        <a:bodyPr/>
        <a:lstStyle/>
        <a:p>
          <a:r>
            <a:rPr lang="en-US" b="0" i="0"/>
            <a:t>Supports user’s mental health through daily journaling and affirmations</a:t>
          </a:r>
          <a:endParaRPr lang="en-US"/>
        </a:p>
      </dgm:t>
    </dgm:pt>
    <dgm:pt modelId="{D1A770D7-2E8D-4262-8D0D-4079D522C0BF}" type="parTrans" cxnId="{001B605C-3A32-4599-9163-E40B07B14099}">
      <dgm:prSet/>
      <dgm:spPr/>
      <dgm:t>
        <a:bodyPr/>
        <a:lstStyle/>
        <a:p>
          <a:endParaRPr lang="en-US"/>
        </a:p>
      </dgm:t>
    </dgm:pt>
    <dgm:pt modelId="{752FC985-C5D4-4AB8-9B46-2B14535EF167}" type="sibTrans" cxnId="{001B605C-3A32-4599-9163-E40B07B14099}">
      <dgm:prSet/>
      <dgm:spPr/>
      <dgm:t>
        <a:bodyPr/>
        <a:lstStyle/>
        <a:p>
          <a:endParaRPr lang="en-US"/>
        </a:p>
      </dgm:t>
    </dgm:pt>
    <dgm:pt modelId="{9E38D1AE-DA56-4ED0-A145-FF97846D8753}">
      <dgm:prSet/>
      <dgm:spPr/>
      <dgm:t>
        <a:bodyPr/>
        <a:lstStyle/>
        <a:p>
          <a:r>
            <a:rPr lang="en-US" b="0" i="0"/>
            <a:t>Users can make daily journal entries as per their current mood</a:t>
          </a:r>
          <a:endParaRPr lang="en-US"/>
        </a:p>
      </dgm:t>
    </dgm:pt>
    <dgm:pt modelId="{D5637A3E-EBD5-40C4-A210-51E74B297EC9}" type="parTrans" cxnId="{2DCBDF9A-19F2-42E6-AD1D-43C9FBC2029D}">
      <dgm:prSet/>
      <dgm:spPr/>
      <dgm:t>
        <a:bodyPr/>
        <a:lstStyle/>
        <a:p>
          <a:endParaRPr lang="en-US"/>
        </a:p>
      </dgm:t>
    </dgm:pt>
    <dgm:pt modelId="{A50115B8-859F-402C-A409-5CBFA7392307}" type="sibTrans" cxnId="{2DCBDF9A-19F2-42E6-AD1D-43C9FBC2029D}">
      <dgm:prSet/>
      <dgm:spPr/>
      <dgm:t>
        <a:bodyPr/>
        <a:lstStyle/>
        <a:p>
          <a:endParaRPr lang="en-US"/>
        </a:p>
      </dgm:t>
    </dgm:pt>
    <dgm:pt modelId="{02B761A0-2470-4771-BA67-2E85910B68AA}">
      <dgm:prSet/>
      <dgm:spPr/>
      <dgm:t>
        <a:bodyPr/>
        <a:lstStyle/>
        <a:p>
          <a:r>
            <a:rPr lang="en-US" b="0" i="0"/>
            <a:t>The app will generate affirmations tailored for each user as per their mood</a:t>
          </a:r>
          <a:endParaRPr lang="en-US"/>
        </a:p>
      </dgm:t>
    </dgm:pt>
    <dgm:pt modelId="{665B6D74-566E-45CD-9D19-7746843043FE}" type="parTrans" cxnId="{DC40B024-2DEB-4420-A4A6-DCC976ED6DAC}">
      <dgm:prSet/>
      <dgm:spPr/>
      <dgm:t>
        <a:bodyPr/>
        <a:lstStyle/>
        <a:p>
          <a:endParaRPr lang="en-US"/>
        </a:p>
      </dgm:t>
    </dgm:pt>
    <dgm:pt modelId="{64C840B9-4360-4B6C-86D4-BA14DCC58754}" type="sibTrans" cxnId="{DC40B024-2DEB-4420-A4A6-DCC976ED6DAC}">
      <dgm:prSet/>
      <dgm:spPr/>
      <dgm:t>
        <a:bodyPr/>
        <a:lstStyle/>
        <a:p>
          <a:endParaRPr lang="en-US"/>
        </a:p>
      </dgm:t>
    </dgm:pt>
    <dgm:pt modelId="{37902D74-BCFC-417A-BF8E-FB211480CE04}">
      <dgm:prSet/>
      <dgm:spPr/>
      <dgm:t>
        <a:bodyPr/>
        <a:lstStyle/>
        <a:p>
          <a:r>
            <a:rPr lang="en-US" b="0" i="0"/>
            <a:t>Main purpose of the app is to promote retrospection and emotional well-being</a:t>
          </a:r>
          <a:endParaRPr lang="en-US"/>
        </a:p>
      </dgm:t>
    </dgm:pt>
    <dgm:pt modelId="{406F67B7-9337-40D5-8133-49AB796791EA}" type="parTrans" cxnId="{6D39B921-1ACB-496D-8D88-9E94F922BB36}">
      <dgm:prSet/>
      <dgm:spPr/>
      <dgm:t>
        <a:bodyPr/>
        <a:lstStyle/>
        <a:p>
          <a:endParaRPr lang="en-US"/>
        </a:p>
      </dgm:t>
    </dgm:pt>
    <dgm:pt modelId="{A5E724B1-443C-498C-BB4B-954662590AB4}" type="sibTrans" cxnId="{6D39B921-1ACB-496D-8D88-9E94F922BB36}">
      <dgm:prSet/>
      <dgm:spPr/>
      <dgm:t>
        <a:bodyPr/>
        <a:lstStyle/>
        <a:p>
          <a:endParaRPr lang="en-US"/>
        </a:p>
      </dgm:t>
    </dgm:pt>
    <dgm:pt modelId="{3FE826F6-9D43-484F-AA5A-3E14171FDB42}" type="pres">
      <dgm:prSet presAssocID="{47A6C8BC-7F8A-4D04-AC8D-6090FAF2A1A9}" presName="root" presStyleCnt="0">
        <dgm:presLayoutVars>
          <dgm:dir/>
          <dgm:resizeHandles val="exact"/>
        </dgm:presLayoutVars>
      </dgm:prSet>
      <dgm:spPr/>
    </dgm:pt>
    <dgm:pt modelId="{DE13C3F3-3E4A-463B-853A-CCB88F695220}" type="pres">
      <dgm:prSet presAssocID="{CB7FC974-2761-49F0-87FE-3C04A678453B}" presName="compNode" presStyleCnt="0"/>
      <dgm:spPr/>
    </dgm:pt>
    <dgm:pt modelId="{16E1C683-51A2-43BE-B841-746187F0A429}" type="pres">
      <dgm:prSet presAssocID="{CB7FC974-2761-49F0-87FE-3C04A678453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E03CB108-7ABC-4C9F-93F7-632F0366AC27}" type="pres">
      <dgm:prSet presAssocID="{CB7FC974-2761-49F0-87FE-3C04A678453B}" presName="spaceRect" presStyleCnt="0"/>
      <dgm:spPr/>
    </dgm:pt>
    <dgm:pt modelId="{78961F2D-051E-441D-9110-7181FC3E15EE}" type="pres">
      <dgm:prSet presAssocID="{CB7FC974-2761-49F0-87FE-3C04A678453B}" presName="textRect" presStyleLbl="revTx" presStyleIdx="0" presStyleCnt="4">
        <dgm:presLayoutVars>
          <dgm:chMax val="1"/>
          <dgm:chPref val="1"/>
        </dgm:presLayoutVars>
      </dgm:prSet>
      <dgm:spPr/>
    </dgm:pt>
    <dgm:pt modelId="{B3D50F70-B182-48BB-993E-936FB63F30CE}" type="pres">
      <dgm:prSet presAssocID="{752FC985-C5D4-4AB8-9B46-2B14535EF167}" presName="sibTrans" presStyleCnt="0"/>
      <dgm:spPr/>
    </dgm:pt>
    <dgm:pt modelId="{FEE790BC-5D02-40CA-9147-F9AFBA6AEFE8}" type="pres">
      <dgm:prSet presAssocID="{9E38D1AE-DA56-4ED0-A145-FF97846D8753}" presName="compNode" presStyleCnt="0"/>
      <dgm:spPr/>
    </dgm:pt>
    <dgm:pt modelId="{2CF4B016-7286-4FA1-A904-65C87EA6B069}" type="pres">
      <dgm:prSet presAssocID="{9E38D1AE-DA56-4ED0-A145-FF97846D875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B9FEC813-576A-4935-9CFC-5F5F98357EC5}" type="pres">
      <dgm:prSet presAssocID="{9E38D1AE-DA56-4ED0-A145-FF97846D8753}" presName="spaceRect" presStyleCnt="0"/>
      <dgm:spPr/>
    </dgm:pt>
    <dgm:pt modelId="{3BBE3DF2-B5DC-4A2F-B1D9-BA97D7E8204E}" type="pres">
      <dgm:prSet presAssocID="{9E38D1AE-DA56-4ED0-A145-FF97846D8753}" presName="textRect" presStyleLbl="revTx" presStyleIdx="1" presStyleCnt="4">
        <dgm:presLayoutVars>
          <dgm:chMax val="1"/>
          <dgm:chPref val="1"/>
        </dgm:presLayoutVars>
      </dgm:prSet>
      <dgm:spPr/>
    </dgm:pt>
    <dgm:pt modelId="{6893D635-EFE5-4F06-A5DE-8E59B58D3F15}" type="pres">
      <dgm:prSet presAssocID="{A50115B8-859F-402C-A409-5CBFA7392307}" presName="sibTrans" presStyleCnt="0"/>
      <dgm:spPr/>
    </dgm:pt>
    <dgm:pt modelId="{EFEEA4F5-BFA0-4694-BE04-01D4E67CCC33}" type="pres">
      <dgm:prSet presAssocID="{02B761A0-2470-4771-BA67-2E85910B68AA}" presName="compNode" presStyleCnt="0"/>
      <dgm:spPr/>
    </dgm:pt>
    <dgm:pt modelId="{A2EF6E43-2EA3-4D27-BE53-6B60BFFC5C09}" type="pres">
      <dgm:prSet presAssocID="{02B761A0-2470-4771-BA67-2E85910B68A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9C39E53-66B4-4D67-8A0F-3EEB6566F310}" type="pres">
      <dgm:prSet presAssocID="{02B761A0-2470-4771-BA67-2E85910B68AA}" presName="spaceRect" presStyleCnt="0"/>
      <dgm:spPr/>
    </dgm:pt>
    <dgm:pt modelId="{11A68676-BEEA-4D88-86FA-EA718A87A6E0}" type="pres">
      <dgm:prSet presAssocID="{02B761A0-2470-4771-BA67-2E85910B68AA}" presName="textRect" presStyleLbl="revTx" presStyleIdx="2" presStyleCnt="4">
        <dgm:presLayoutVars>
          <dgm:chMax val="1"/>
          <dgm:chPref val="1"/>
        </dgm:presLayoutVars>
      </dgm:prSet>
      <dgm:spPr/>
    </dgm:pt>
    <dgm:pt modelId="{5C34AE0E-6B33-4A9A-A504-FDE5584C9E4C}" type="pres">
      <dgm:prSet presAssocID="{64C840B9-4360-4B6C-86D4-BA14DCC58754}" presName="sibTrans" presStyleCnt="0"/>
      <dgm:spPr/>
    </dgm:pt>
    <dgm:pt modelId="{83575918-DA14-48EE-91C7-0A786D716E43}" type="pres">
      <dgm:prSet presAssocID="{37902D74-BCFC-417A-BF8E-FB211480CE04}" presName="compNode" presStyleCnt="0"/>
      <dgm:spPr/>
    </dgm:pt>
    <dgm:pt modelId="{821A3324-D664-42A1-B467-ECAAB9251521}" type="pres">
      <dgm:prSet presAssocID="{37902D74-BCFC-417A-BF8E-FB211480CE0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5D20F4B0-840A-4075-91BC-1CD178722EF3}" type="pres">
      <dgm:prSet presAssocID="{37902D74-BCFC-417A-BF8E-FB211480CE04}" presName="spaceRect" presStyleCnt="0"/>
      <dgm:spPr/>
    </dgm:pt>
    <dgm:pt modelId="{660C0A14-C52D-4864-A25C-AA30E5106F00}" type="pres">
      <dgm:prSet presAssocID="{37902D74-BCFC-417A-BF8E-FB211480CE0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D39B921-1ACB-496D-8D88-9E94F922BB36}" srcId="{47A6C8BC-7F8A-4D04-AC8D-6090FAF2A1A9}" destId="{37902D74-BCFC-417A-BF8E-FB211480CE04}" srcOrd="3" destOrd="0" parTransId="{406F67B7-9337-40D5-8133-49AB796791EA}" sibTransId="{A5E724B1-443C-498C-BB4B-954662590AB4}"/>
    <dgm:cxn modelId="{DC40B024-2DEB-4420-A4A6-DCC976ED6DAC}" srcId="{47A6C8BC-7F8A-4D04-AC8D-6090FAF2A1A9}" destId="{02B761A0-2470-4771-BA67-2E85910B68AA}" srcOrd="2" destOrd="0" parTransId="{665B6D74-566E-45CD-9D19-7746843043FE}" sibTransId="{64C840B9-4360-4B6C-86D4-BA14DCC58754}"/>
    <dgm:cxn modelId="{001B605C-3A32-4599-9163-E40B07B14099}" srcId="{47A6C8BC-7F8A-4D04-AC8D-6090FAF2A1A9}" destId="{CB7FC974-2761-49F0-87FE-3C04A678453B}" srcOrd="0" destOrd="0" parTransId="{D1A770D7-2E8D-4262-8D0D-4079D522C0BF}" sibTransId="{752FC985-C5D4-4AB8-9B46-2B14535EF167}"/>
    <dgm:cxn modelId="{29DF0168-2ACD-4D14-ADB4-14FFD5918612}" type="presOf" srcId="{37902D74-BCFC-417A-BF8E-FB211480CE04}" destId="{660C0A14-C52D-4864-A25C-AA30E5106F00}" srcOrd="0" destOrd="0" presId="urn:microsoft.com/office/officeart/2018/2/layout/IconLabelList"/>
    <dgm:cxn modelId="{C773294B-6DB0-4ABA-ADBF-04B79F259903}" type="presOf" srcId="{47A6C8BC-7F8A-4D04-AC8D-6090FAF2A1A9}" destId="{3FE826F6-9D43-484F-AA5A-3E14171FDB42}" srcOrd="0" destOrd="0" presId="urn:microsoft.com/office/officeart/2018/2/layout/IconLabelList"/>
    <dgm:cxn modelId="{2FA86E73-1D31-47B2-8EED-253D68B8A969}" type="presOf" srcId="{CB7FC974-2761-49F0-87FE-3C04A678453B}" destId="{78961F2D-051E-441D-9110-7181FC3E15EE}" srcOrd="0" destOrd="0" presId="urn:microsoft.com/office/officeart/2018/2/layout/IconLabelList"/>
    <dgm:cxn modelId="{2DCBDF9A-19F2-42E6-AD1D-43C9FBC2029D}" srcId="{47A6C8BC-7F8A-4D04-AC8D-6090FAF2A1A9}" destId="{9E38D1AE-DA56-4ED0-A145-FF97846D8753}" srcOrd="1" destOrd="0" parTransId="{D5637A3E-EBD5-40C4-A210-51E74B297EC9}" sibTransId="{A50115B8-859F-402C-A409-5CBFA7392307}"/>
    <dgm:cxn modelId="{9A95E2D4-2CA2-4B4C-A3C0-EA031A3A9A2A}" type="presOf" srcId="{9E38D1AE-DA56-4ED0-A145-FF97846D8753}" destId="{3BBE3DF2-B5DC-4A2F-B1D9-BA97D7E8204E}" srcOrd="0" destOrd="0" presId="urn:microsoft.com/office/officeart/2018/2/layout/IconLabelList"/>
    <dgm:cxn modelId="{24F1B7FD-ACD9-48A2-BE73-BE2D379445FC}" type="presOf" srcId="{02B761A0-2470-4771-BA67-2E85910B68AA}" destId="{11A68676-BEEA-4D88-86FA-EA718A87A6E0}" srcOrd="0" destOrd="0" presId="urn:microsoft.com/office/officeart/2018/2/layout/IconLabelList"/>
    <dgm:cxn modelId="{D3EBCCF3-3693-4ADD-95EF-61864CE5E95C}" type="presParOf" srcId="{3FE826F6-9D43-484F-AA5A-3E14171FDB42}" destId="{DE13C3F3-3E4A-463B-853A-CCB88F695220}" srcOrd="0" destOrd="0" presId="urn:microsoft.com/office/officeart/2018/2/layout/IconLabelList"/>
    <dgm:cxn modelId="{037E3575-6967-4FD3-A7ED-D29A68337677}" type="presParOf" srcId="{DE13C3F3-3E4A-463B-853A-CCB88F695220}" destId="{16E1C683-51A2-43BE-B841-746187F0A429}" srcOrd="0" destOrd="0" presId="urn:microsoft.com/office/officeart/2018/2/layout/IconLabelList"/>
    <dgm:cxn modelId="{9269FF80-C3EA-4560-8AF6-86E07A205202}" type="presParOf" srcId="{DE13C3F3-3E4A-463B-853A-CCB88F695220}" destId="{E03CB108-7ABC-4C9F-93F7-632F0366AC27}" srcOrd="1" destOrd="0" presId="urn:microsoft.com/office/officeart/2018/2/layout/IconLabelList"/>
    <dgm:cxn modelId="{8979CFC7-06E6-40EA-AF56-F6C166A6C217}" type="presParOf" srcId="{DE13C3F3-3E4A-463B-853A-CCB88F695220}" destId="{78961F2D-051E-441D-9110-7181FC3E15EE}" srcOrd="2" destOrd="0" presId="urn:microsoft.com/office/officeart/2018/2/layout/IconLabelList"/>
    <dgm:cxn modelId="{D6186C58-6FCF-446A-A459-A5546822C139}" type="presParOf" srcId="{3FE826F6-9D43-484F-AA5A-3E14171FDB42}" destId="{B3D50F70-B182-48BB-993E-936FB63F30CE}" srcOrd="1" destOrd="0" presId="urn:microsoft.com/office/officeart/2018/2/layout/IconLabelList"/>
    <dgm:cxn modelId="{7BBE9A52-18DB-440E-B6F4-BB1CF20FE5A2}" type="presParOf" srcId="{3FE826F6-9D43-484F-AA5A-3E14171FDB42}" destId="{FEE790BC-5D02-40CA-9147-F9AFBA6AEFE8}" srcOrd="2" destOrd="0" presId="urn:microsoft.com/office/officeart/2018/2/layout/IconLabelList"/>
    <dgm:cxn modelId="{D3EBB153-68FE-4829-B436-A3B83FE8F369}" type="presParOf" srcId="{FEE790BC-5D02-40CA-9147-F9AFBA6AEFE8}" destId="{2CF4B016-7286-4FA1-A904-65C87EA6B069}" srcOrd="0" destOrd="0" presId="urn:microsoft.com/office/officeart/2018/2/layout/IconLabelList"/>
    <dgm:cxn modelId="{97483A73-E644-4E75-B403-F1DB2286ADFA}" type="presParOf" srcId="{FEE790BC-5D02-40CA-9147-F9AFBA6AEFE8}" destId="{B9FEC813-576A-4935-9CFC-5F5F98357EC5}" srcOrd="1" destOrd="0" presId="urn:microsoft.com/office/officeart/2018/2/layout/IconLabelList"/>
    <dgm:cxn modelId="{86EF8C24-A572-4070-A764-598144842B4D}" type="presParOf" srcId="{FEE790BC-5D02-40CA-9147-F9AFBA6AEFE8}" destId="{3BBE3DF2-B5DC-4A2F-B1D9-BA97D7E8204E}" srcOrd="2" destOrd="0" presId="urn:microsoft.com/office/officeart/2018/2/layout/IconLabelList"/>
    <dgm:cxn modelId="{4BBAA8C6-FBA9-418D-B2B4-7642867E40E0}" type="presParOf" srcId="{3FE826F6-9D43-484F-AA5A-3E14171FDB42}" destId="{6893D635-EFE5-4F06-A5DE-8E59B58D3F15}" srcOrd="3" destOrd="0" presId="urn:microsoft.com/office/officeart/2018/2/layout/IconLabelList"/>
    <dgm:cxn modelId="{E05417C7-387B-4F82-BBA2-14167641C92C}" type="presParOf" srcId="{3FE826F6-9D43-484F-AA5A-3E14171FDB42}" destId="{EFEEA4F5-BFA0-4694-BE04-01D4E67CCC33}" srcOrd="4" destOrd="0" presId="urn:microsoft.com/office/officeart/2018/2/layout/IconLabelList"/>
    <dgm:cxn modelId="{CED24841-8E14-477D-B260-6EB4BA97BC0B}" type="presParOf" srcId="{EFEEA4F5-BFA0-4694-BE04-01D4E67CCC33}" destId="{A2EF6E43-2EA3-4D27-BE53-6B60BFFC5C09}" srcOrd="0" destOrd="0" presId="urn:microsoft.com/office/officeart/2018/2/layout/IconLabelList"/>
    <dgm:cxn modelId="{39C16D0A-2103-4F1D-87A8-E90DEE755845}" type="presParOf" srcId="{EFEEA4F5-BFA0-4694-BE04-01D4E67CCC33}" destId="{59C39E53-66B4-4D67-8A0F-3EEB6566F310}" srcOrd="1" destOrd="0" presId="urn:microsoft.com/office/officeart/2018/2/layout/IconLabelList"/>
    <dgm:cxn modelId="{6A212853-0ECD-4B8E-A121-D1DD31AE9C4A}" type="presParOf" srcId="{EFEEA4F5-BFA0-4694-BE04-01D4E67CCC33}" destId="{11A68676-BEEA-4D88-86FA-EA718A87A6E0}" srcOrd="2" destOrd="0" presId="urn:microsoft.com/office/officeart/2018/2/layout/IconLabelList"/>
    <dgm:cxn modelId="{A1BA029E-3BB1-4195-BDB7-2A37713E4C54}" type="presParOf" srcId="{3FE826F6-9D43-484F-AA5A-3E14171FDB42}" destId="{5C34AE0E-6B33-4A9A-A504-FDE5584C9E4C}" srcOrd="5" destOrd="0" presId="urn:microsoft.com/office/officeart/2018/2/layout/IconLabelList"/>
    <dgm:cxn modelId="{772D2CDA-4532-456F-8498-9663850AFC5E}" type="presParOf" srcId="{3FE826F6-9D43-484F-AA5A-3E14171FDB42}" destId="{83575918-DA14-48EE-91C7-0A786D716E43}" srcOrd="6" destOrd="0" presId="urn:microsoft.com/office/officeart/2018/2/layout/IconLabelList"/>
    <dgm:cxn modelId="{E184BBF9-A257-46EF-B34F-2BC5BED00378}" type="presParOf" srcId="{83575918-DA14-48EE-91C7-0A786D716E43}" destId="{821A3324-D664-42A1-B467-ECAAB9251521}" srcOrd="0" destOrd="0" presId="urn:microsoft.com/office/officeart/2018/2/layout/IconLabelList"/>
    <dgm:cxn modelId="{EA98FC6D-5A8E-49CE-8164-75BF65DA5EBF}" type="presParOf" srcId="{83575918-DA14-48EE-91C7-0A786D716E43}" destId="{5D20F4B0-840A-4075-91BC-1CD178722EF3}" srcOrd="1" destOrd="0" presId="urn:microsoft.com/office/officeart/2018/2/layout/IconLabelList"/>
    <dgm:cxn modelId="{2529D8D0-661C-44FF-8481-DB4586B3A0AC}" type="presParOf" srcId="{83575918-DA14-48EE-91C7-0A786D716E43}" destId="{660C0A14-C52D-4864-A25C-AA30E5106F0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6CA6912-D3C4-4DA1-B750-A2D23264B907}" type="doc">
      <dgm:prSet loTypeId="urn:microsoft.com/office/officeart/2018/2/layout/IconCircle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0E26716-FFA5-44FC-8483-E20036D81264}">
      <dgm:prSet/>
      <dgm:spPr/>
      <dgm:t>
        <a:bodyPr/>
        <a:lstStyle/>
        <a:p>
          <a:r>
            <a:rPr lang="en-US"/>
            <a:t>Affirmations generated using OpenAI API as per the mood input by the user</a:t>
          </a:r>
        </a:p>
      </dgm:t>
    </dgm:pt>
    <dgm:pt modelId="{5BE19D22-5126-4EB9-972F-6CEC88F70703}" type="parTrans" cxnId="{8ADE7073-30C2-4CB3-95EA-138B6642C4A3}">
      <dgm:prSet/>
      <dgm:spPr/>
      <dgm:t>
        <a:bodyPr/>
        <a:lstStyle/>
        <a:p>
          <a:endParaRPr lang="en-US"/>
        </a:p>
      </dgm:t>
    </dgm:pt>
    <dgm:pt modelId="{797403C9-9620-4F2F-A6F5-5C5C1121992E}" type="sibTrans" cxnId="{8ADE7073-30C2-4CB3-95EA-138B6642C4A3}">
      <dgm:prSet/>
      <dgm:spPr/>
      <dgm:t>
        <a:bodyPr/>
        <a:lstStyle/>
        <a:p>
          <a:endParaRPr lang="en-US"/>
        </a:p>
      </dgm:t>
    </dgm:pt>
    <dgm:pt modelId="{730F1980-49C0-465A-8D25-69310D5E6A8A}">
      <dgm:prSet/>
      <dgm:spPr/>
      <dgm:t>
        <a:bodyPr/>
        <a:lstStyle/>
        <a:p>
          <a:r>
            <a:rPr lang="en-US"/>
            <a:t>Emphasis on user privacy as the journal entries are private.</a:t>
          </a:r>
        </a:p>
      </dgm:t>
    </dgm:pt>
    <dgm:pt modelId="{5E44FEE8-2638-486F-A5EA-0E124E46E1C0}" type="parTrans" cxnId="{4FBA4545-E041-4DA3-8C80-6A4819FB164C}">
      <dgm:prSet/>
      <dgm:spPr/>
      <dgm:t>
        <a:bodyPr/>
        <a:lstStyle/>
        <a:p>
          <a:endParaRPr lang="en-US"/>
        </a:p>
      </dgm:t>
    </dgm:pt>
    <dgm:pt modelId="{46F6ACFC-8E0E-446C-8798-923FA5351A70}" type="sibTrans" cxnId="{4FBA4545-E041-4DA3-8C80-6A4819FB164C}">
      <dgm:prSet/>
      <dgm:spPr/>
      <dgm:t>
        <a:bodyPr/>
        <a:lstStyle/>
        <a:p>
          <a:endParaRPr lang="en-US"/>
        </a:p>
      </dgm:t>
    </dgm:pt>
    <dgm:pt modelId="{C1D7A47F-6665-44B7-822C-0AA5CEB2F6F5}" type="pres">
      <dgm:prSet presAssocID="{E6CA6912-D3C4-4DA1-B750-A2D23264B907}" presName="root" presStyleCnt="0">
        <dgm:presLayoutVars>
          <dgm:dir/>
          <dgm:resizeHandles val="exact"/>
        </dgm:presLayoutVars>
      </dgm:prSet>
      <dgm:spPr/>
    </dgm:pt>
    <dgm:pt modelId="{64503EF1-2E62-4375-82C7-441E750BBBA1}" type="pres">
      <dgm:prSet presAssocID="{E6CA6912-D3C4-4DA1-B750-A2D23264B907}" presName="container" presStyleCnt="0">
        <dgm:presLayoutVars>
          <dgm:dir/>
          <dgm:resizeHandles val="exact"/>
        </dgm:presLayoutVars>
      </dgm:prSet>
      <dgm:spPr/>
    </dgm:pt>
    <dgm:pt modelId="{FC8146CA-BFEB-4947-97B2-7160BCEE5D94}" type="pres">
      <dgm:prSet presAssocID="{10E26716-FFA5-44FC-8483-E20036D81264}" presName="compNode" presStyleCnt="0"/>
      <dgm:spPr/>
    </dgm:pt>
    <dgm:pt modelId="{06B10768-0385-4DDF-8ED3-D11889F55F2B}" type="pres">
      <dgm:prSet presAssocID="{10E26716-FFA5-44FC-8483-E20036D81264}" presName="iconBgRect" presStyleLbl="bgShp" presStyleIdx="0" presStyleCnt="2"/>
      <dgm:spPr/>
    </dgm:pt>
    <dgm:pt modelId="{29574F9D-5531-4726-9281-6A404BAE76B2}" type="pres">
      <dgm:prSet presAssocID="{10E26716-FFA5-44FC-8483-E20036D8126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8CB1880A-14F6-46BA-81C6-E42B90629743}" type="pres">
      <dgm:prSet presAssocID="{10E26716-FFA5-44FC-8483-E20036D81264}" presName="spaceRect" presStyleCnt="0"/>
      <dgm:spPr/>
    </dgm:pt>
    <dgm:pt modelId="{51792E50-29B9-4F2E-8FA0-5EEC24112B8A}" type="pres">
      <dgm:prSet presAssocID="{10E26716-FFA5-44FC-8483-E20036D81264}" presName="textRect" presStyleLbl="revTx" presStyleIdx="0" presStyleCnt="2">
        <dgm:presLayoutVars>
          <dgm:chMax val="1"/>
          <dgm:chPref val="1"/>
        </dgm:presLayoutVars>
      </dgm:prSet>
      <dgm:spPr/>
    </dgm:pt>
    <dgm:pt modelId="{5E0A769D-DD2B-4B17-9D31-398B86C6A356}" type="pres">
      <dgm:prSet presAssocID="{797403C9-9620-4F2F-A6F5-5C5C1121992E}" presName="sibTrans" presStyleLbl="sibTrans2D1" presStyleIdx="0" presStyleCnt="0"/>
      <dgm:spPr/>
    </dgm:pt>
    <dgm:pt modelId="{8FE653E2-5DB8-46BC-8A41-BA6909D01AB5}" type="pres">
      <dgm:prSet presAssocID="{730F1980-49C0-465A-8D25-69310D5E6A8A}" presName="compNode" presStyleCnt="0"/>
      <dgm:spPr/>
    </dgm:pt>
    <dgm:pt modelId="{19CC5177-5150-49A5-BF6B-980836E5305E}" type="pres">
      <dgm:prSet presAssocID="{730F1980-49C0-465A-8D25-69310D5E6A8A}" presName="iconBgRect" presStyleLbl="bgShp" presStyleIdx="1" presStyleCnt="2"/>
      <dgm:spPr/>
    </dgm:pt>
    <dgm:pt modelId="{927B0CDD-936D-4AAD-841A-021967CCEED4}" type="pres">
      <dgm:prSet presAssocID="{730F1980-49C0-465A-8D25-69310D5E6A8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Book"/>
        </a:ext>
      </dgm:extLst>
    </dgm:pt>
    <dgm:pt modelId="{1F91EA2D-FC15-42DF-9D93-79F5A475C5D3}" type="pres">
      <dgm:prSet presAssocID="{730F1980-49C0-465A-8D25-69310D5E6A8A}" presName="spaceRect" presStyleCnt="0"/>
      <dgm:spPr/>
    </dgm:pt>
    <dgm:pt modelId="{E343BE2E-07B6-4530-B256-0AD4BBA1DAC2}" type="pres">
      <dgm:prSet presAssocID="{730F1980-49C0-465A-8D25-69310D5E6A8A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A49DB11-AF24-4326-BD0C-9FFAAFD1E9D8}" type="presOf" srcId="{730F1980-49C0-465A-8D25-69310D5E6A8A}" destId="{E343BE2E-07B6-4530-B256-0AD4BBA1DAC2}" srcOrd="0" destOrd="0" presId="urn:microsoft.com/office/officeart/2018/2/layout/IconCircleList"/>
    <dgm:cxn modelId="{43FD6915-8731-4139-8D95-DAB0225C854F}" type="presOf" srcId="{10E26716-FFA5-44FC-8483-E20036D81264}" destId="{51792E50-29B9-4F2E-8FA0-5EEC24112B8A}" srcOrd="0" destOrd="0" presId="urn:microsoft.com/office/officeart/2018/2/layout/IconCircleList"/>
    <dgm:cxn modelId="{A2CE6227-9CBF-4463-8B18-D2623EF5CD51}" type="presOf" srcId="{797403C9-9620-4F2F-A6F5-5C5C1121992E}" destId="{5E0A769D-DD2B-4B17-9D31-398B86C6A356}" srcOrd="0" destOrd="0" presId="urn:microsoft.com/office/officeart/2018/2/layout/IconCircleList"/>
    <dgm:cxn modelId="{6998EE3F-56C4-4CD8-8BB4-B779FA0ADCEC}" type="presOf" srcId="{E6CA6912-D3C4-4DA1-B750-A2D23264B907}" destId="{C1D7A47F-6665-44B7-822C-0AA5CEB2F6F5}" srcOrd="0" destOrd="0" presId="urn:microsoft.com/office/officeart/2018/2/layout/IconCircleList"/>
    <dgm:cxn modelId="{4FBA4545-E041-4DA3-8C80-6A4819FB164C}" srcId="{E6CA6912-D3C4-4DA1-B750-A2D23264B907}" destId="{730F1980-49C0-465A-8D25-69310D5E6A8A}" srcOrd="1" destOrd="0" parTransId="{5E44FEE8-2638-486F-A5EA-0E124E46E1C0}" sibTransId="{46F6ACFC-8E0E-446C-8798-923FA5351A70}"/>
    <dgm:cxn modelId="{8ADE7073-30C2-4CB3-95EA-138B6642C4A3}" srcId="{E6CA6912-D3C4-4DA1-B750-A2D23264B907}" destId="{10E26716-FFA5-44FC-8483-E20036D81264}" srcOrd="0" destOrd="0" parTransId="{5BE19D22-5126-4EB9-972F-6CEC88F70703}" sibTransId="{797403C9-9620-4F2F-A6F5-5C5C1121992E}"/>
    <dgm:cxn modelId="{939FD583-DF18-4C19-A370-358921CC19E9}" type="presParOf" srcId="{C1D7A47F-6665-44B7-822C-0AA5CEB2F6F5}" destId="{64503EF1-2E62-4375-82C7-441E750BBBA1}" srcOrd="0" destOrd="0" presId="urn:microsoft.com/office/officeart/2018/2/layout/IconCircleList"/>
    <dgm:cxn modelId="{BF91A4EA-4FD0-4F48-8DF9-0DEEA671867E}" type="presParOf" srcId="{64503EF1-2E62-4375-82C7-441E750BBBA1}" destId="{FC8146CA-BFEB-4947-97B2-7160BCEE5D94}" srcOrd="0" destOrd="0" presId="urn:microsoft.com/office/officeart/2018/2/layout/IconCircleList"/>
    <dgm:cxn modelId="{54632CBB-899E-4ECF-98FA-891F102375B3}" type="presParOf" srcId="{FC8146CA-BFEB-4947-97B2-7160BCEE5D94}" destId="{06B10768-0385-4DDF-8ED3-D11889F55F2B}" srcOrd="0" destOrd="0" presId="urn:microsoft.com/office/officeart/2018/2/layout/IconCircleList"/>
    <dgm:cxn modelId="{F637DDE7-5181-456B-A0C0-C2E22706DF24}" type="presParOf" srcId="{FC8146CA-BFEB-4947-97B2-7160BCEE5D94}" destId="{29574F9D-5531-4726-9281-6A404BAE76B2}" srcOrd="1" destOrd="0" presId="urn:microsoft.com/office/officeart/2018/2/layout/IconCircleList"/>
    <dgm:cxn modelId="{FF78C5E0-1D46-4691-868D-42A00CF90C99}" type="presParOf" srcId="{FC8146CA-BFEB-4947-97B2-7160BCEE5D94}" destId="{8CB1880A-14F6-46BA-81C6-E42B90629743}" srcOrd="2" destOrd="0" presId="urn:microsoft.com/office/officeart/2018/2/layout/IconCircleList"/>
    <dgm:cxn modelId="{BB129758-B74E-4A6F-93A0-DE24CCB1B96D}" type="presParOf" srcId="{FC8146CA-BFEB-4947-97B2-7160BCEE5D94}" destId="{51792E50-29B9-4F2E-8FA0-5EEC24112B8A}" srcOrd="3" destOrd="0" presId="urn:microsoft.com/office/officeart/2018/2/layout/IconCircleList"/>
    <dgm:cxn modelId="{C0EC9CB8-04EF-4994-9D79-B52A0AE4C27B}" type="presParOf" srcId="{64503EF1-2E62-4375-82C7-441E750BBBA1}" destId="{5E0A769D-DD2B-4B17-9D31-398B86C6A356}" srcOrd="1" destOrd="0" presId="urn:microsoft.com/office/officeart/2018/2/layout/IconCircleList"/>
    <dgm:cxn modelId="{4CC2D30B-2113-4E4D-91E2-3338B0D6C792}" type="presParOf" srcId="{64503EF1-2E62-4375-82C7-441E750BBBA1}" destId="{8FE653E2-5DB8-46BC-8A41-BA6909D01AB5}" srcOrd="2" destOrd="0" presId="urn:microsoft.com/office/officeart/2018/2/layout/IconCircleList"/>
    <dgm:cxn modelId="{2B51F622-2F48-4A72-BAA4-DA60DD00C019}" type="presParOf" srcId="{8FE653E2-5DB8-46BC-8A41-BA6909D01AB5}" destId="{19CC5177-5150-49A5-BF6B-980836E5305E}" srcOrd="0" destOrd="0" presId="urn:microsoft.com/office/officeart/2018/2/layout/IconCircleList"/>
    <dgm:cxn modelId="{3CC9702A-3FF7-4F09-928B-BD576253FA36}" type="presParOf" srcId="{8FE653E2-5DB8-46BC-8A41-BA6909D01AB5}" destId="{927B0CDD-936D-4AAD-841A-021967CCEED4}" srcOrd="1" destOrd="0" presId="urn:microsoft.com/office/officeart/2018/2/layout/IconCircleList"/>
    <dgm:cxn modelId="{92F33D7A-7C32-45C9-AE6E-463EFCC8E460}" type="presParOf" srcId="{8FE653E2-5DB8-46BC-8A41-BA6909D01AB5}" destId="{1F91EA2D-FC15-42DF-9D93-79F5A475C5D3}" srcOrd="2" destOrd="0" presId="urn:microsoft.com/office/officeart/2018/2/layout/IconCircleList"/>
    <dgm:cxn modelId="{1E3411BB-B251-40AA-BCB6-C67E33618FF7}" type="presParOf" srcId="{8FE653E2-5DB8-46BC-8A41-BA6909D01AB5}" destId="{E343BE2E-07B6-4530-B256-0AD4BBA1DAC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4AEB7B7-98F4-46F3-ABB9-6738AAE29476}" type="doc">
      <dgm:prSet loTypeId="urn:microsoft.com/office/officeart/2016/7/layout/LinearArrowProcessNumbered" loCatId="process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16A9C16E-E431-427B-B279-0A8BA22A775A}">
      <dgm:prSet custT="1"/>
      <dgm:spPr/>
      <dgm:t>
        <a:bodyPr/>
        <a:lstStyle/>
        <a:p>
          <a:pPr algn="ctr"/>
          <a:r>
            <a:rPr lang="en-US" sz="1100" b="0" i="0" dirty="0"/>
            <a:t>Secure </a:t>
          </a:r>
        </a:p>
        <a:p>
          <a:pPr algn="ctr"/>
          <a:r>
            <a:rPr lang="en-US" sz="1100" b="0" i="0" dirty="0"/>
            <a:t>User-</a:t>
          </a:r>
          <a:r>
            <a:rPr lang="en-US" sz="1050" b="0" i="0" dirty="0"/>
            <a:t>authentication</a:t>
          </a:r>
          <a:endParaRPr lang="en-US" sz="1050" dirty="0"/>
        </a:p>
      </dgm:t>
    </dgm:pt>
    <dgm:pt modelId="{B2EC2C37-B010-4688-9E8D-06F666847094}" type="parTrans" cxnId="{7B6C55B3-2C45-47C1-B83F-3636BC0206FA}">
      <dgm:prSet/>
      <dgm:spPr/>
      <dgm:t>
        <a:bodyPr/>
        <a:lstStyle/>
        <a:p>
          <a:endParaRPr lang="en-US"/>
        </a:p>
      </dgm:t>
    </dgm:pt>
    <dgm:pt modelId="{A82D6605-6145-4922-8EF5-E9B56C61FED7}" type="sibTrans" cxnId="{7B6C55B3-2C45-47C1-B83F-3636BC0206F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01158D33-84AB-4139-896F-A2278191165A}">
      <dgm:prSet/>
      <dgm:spPr/>
      <dgm:t>
        <a:bodyPr/>
        <a:lstStyle/>
        <a:p>
          <a:pPr algn="ctr"/>
          <a:r>
            <a:rPr lang="en-US" b="0" i="0" dirty="0"/>
            <a:t>Daily journaling to record user's feelings for mood tracking</a:t>
          </a:r>
          <a:endParaRPr lang="en-US" dirty="0"/>
        </a:p>
      </dgm:t>
    </dgm:pt>
    <dgm:pt modelId="{93FDFEF4-EF16-4527-B1A7-FFFFA394444D}" type="parTrans" cxnId="{ACA822A5-7663-4068-882F-133C57E9CA1A}">
      <dgm:prSet/>
      <dgm:spPr/>
      <dgm:t>
        <a:bodyPr/>
        <a:lstStyle/>
        <a:p>
          <a:endParaRPr lang="en-US"/>
        </a:p>
      </dgm:t>
    </dgm:pt>
    <dgm:pt modelId="{6D9F31B3-C432-46FD-944A-FDA17A515D64}" type="sibTrans" cxnId="{ACA822A5-7663-4068-882F-133C57E9CA1A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6EED2B84-7C78-4C11-BE2D-7D136ED2AD1B}">
      <dgm:prSet/>
      <dgm:spPr/>
      <dgm:t>
        <a:bodyPr/>
        <a:lstStyle/>
        <a:p>
          <a:pPr algn="ctr"/>
          <a:r>
            <a:rPr lang="en-US" b="0" i="0" dirty="0"/>
            <a:t>Receive mood-based affirmations that match user's feelings</a:t>
          </a:r>
          <a:endParaRPr lang="en-US" dirty="0"/>
        </a:p>
      </dgm:t>
    </dgm:pt>
    <dgm:pt modelId="{7F8C9CB2-C255-46DB-8FDF-D3206CF38E18}" type="parTrans" cxnId="{15D2FE79-8ED3-4BA9-9456-85911CD8B160}">
      <dgm:prSet/>
      <dgm:spPr/>
      <dgm:t>
        <a:bodyPr/>
        <a:lstStyle/>
        <a:p>
          <a:endParaRPr lang="en-US"/>
        </a:p>
      </dgm:t>
    </dgm:pt>
    <dgm:pt modelId="{2CAC8AFA-6279-490C-8FA6-AF21CE858B97}" type="sibTrans" cxnId="{15D2FE79-8ED3-4BA9-9456-85911CD8B160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30EA8ABC-4294-4043-8434-2AE52D278D65}">
      <dgm:prSet/>
      <dgm:spPr/>
      <dgm:t>
        <a:bodyPr/>
        <a:lstStyle/>
        <a:p>
          <a:pPr algn="ctr"/>
          <a:r>
            <a:rPr lang="en-US" b="0" i="0" dirty="0"/>
            <a:t>Inspirational quotes are collected and analyzed daily</a:t>
          </a:r>
          <a:endParaRPr lang="en-US" dirty="0"/>
        </a:p>
      </dgm:t>
    </dgm:pt>
    <dgm:pt modelId="{7CBD5D35-9C10-40D6-B26E-9841E1A40A52}" type="parTrans" cxnId="{5BDDE719-9095-4A21-B7D0-0F7FE83B3C06}">
      <dgm:prSet/>
      <dgm:spPr/>
      <dgm:t>
        <a:bodyPr/>
        <a:lstStyle/>
        <a:p>
          <a:endParaRPr lang="en-US"/>
        </a:p>
      </dgm:t>
    </dgm:pt>
    <dgm:pt modelId="{8C3CD639-CEAF-4F74-9A4A-14403B68ECEF}" type="sibTrans" cxnId="{5BDDE719-9095-4A21-B7D0-0F7FE83B3C06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F820E8C6-5099-4FC1-B0DD-1A037D11E559}">
      <dgm:prSet/>
      <dgm:spPr/>
      <dgm:t>
        <a:bodyPr/>
        <a:lstStyle/>
        <a:p>
          <a:pPr algn="ctr"/>
          <a:r>
            <a:rPr lang="en-US" b="0" i="0" dirty="0"/>
            <a:t>Journal history to review past entries as per entry dates</a:t>
          </a:r>
          <a:endParaRPr lang="en-US" dirty="0"/>
        </a:p>
      </dgm:t>
    </dgm:pt>
    <dgm:pt modelId="{85D2CB25-6192-451E-B683-CA9AF9501837}" type="parTrans" cxnId="{F677322A-B1A4-46E5-A104-EB319190EC9A}">
      <dgm:prSet/>
      <dgm:spPr/>
      <dgm:t>
        <a:bodyPr/>
        <a:lstStyle/>
        <a:p>
          <a:endParaRPr lang="en-US"/>
        </a:p>
      </dgm:t>
    </dgm:pt>
    <dgm:pt modelId="{0576C79E-E56A-4B3D-9226-E4358E57CD60}" type="sibTrans" cxnId="{F677322A-B1A4-46E5-A104-EB319190EC9A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78F63048-72C8-4585-A94D-DC221103CD24}">
      <dgm:prSet/>
      <dgm:spPr/>
      <dgm:t>
        <a:bodyPr/>
        <a:lstStyle/>
        <a:p>
          <a:pPr algn="ctr"/>
          <a:r>
            <a:rPr lang="en-US" b="0" i="0" dirty="0"/>
            <a:t>Mood details page to view journal entries and affirmations sorted as per mood</a:t>
          </a:r>
          <a:endParaRPr lang="en-US" dirty="0"/>
        </a:p>
      </dgm:t>
    </dgm:pt>
    <dgm:pt modelId="{EBC86469-2DBE-42E5-B884-CD101DA1F7C0}" type="parTrans" cxnId="{72807F57-5794-445A-8A18-B768EF3C24A8}">
      <dgm:prSet/>
      <dgm:spPr/>
      <dgm:t>
        <a:bodyPr/>
        <a:lstStyle/>
        <a:p>
          <a:endParaRPr lang="en-US"/>
        </a:p>
      </dgm:t>
    </dgm:pt>
    <dgm:pt modelId="{8494D921-2178-4EDB-9482-E40D6D648796}" type="sibTrans" cxnId="{72807F57-5794-445A-8A18-B768EF3C24A8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ACF38C10-8DC8-444D-A613-238AFA12D53D}">
      <dgm:prSet/>
      <dgm:spPr/>
      <dgm:t>
        <a:bodyPr/>
        <a:lstStyle/>
        <a:p>
          <a:pPr algn="ctr"/>
          <a:r>
            <a:rPr lang="en-US" b="0" i="0" dirty="0"/>
            <a:t>Integrated a calendar feature to help users navigate through their daily journal entries</a:t>
          </a:r>
          <a:endParaRPr lang="en-US" dirty="0"/>
        </a:p>
      </dgm:t>
    </dgm:pt>
    <dgm:pt modelId="{28C93522-DE63-432B-B77C-7EC8A4B0CC55}" type="parTrans" cxnId="{6DBA03EB-B212-4F40-A7E5-92D480C62029}">
      <dgm:prSet/>
      <dgm:spPr/>
      <dgm:t>
        <a:bodyPr/>
        <a:lstStyle/>
        <a:p>
          <a:endParaRPr lang="en-US"/>
        </a:p>
      </dgm:t>
    </dgm:pt>
    <dgm:pt modelId="{CC3881DC-8388-4CCD-96F2-984FF8AAD10D}" type="sibTrans" cxnId="{6DBA03EB-B212-4F40-A7E5-92D480C62029}">
      <dgm:prSet phldrT="7" phldr="0"/>
      <dgm:spPr/>
      <dgm:t>
        <a:bodyPr/>
        <a:lstStyle/>
        <a:p>
          <a:r>
            <a:rPr lang="en-US"/>
            <a:t>7</a:t>
          </a:r>
        </a:p>
      </dgm:t>
    </dgm:pt>
    <dgm:pt modelId="{A1025305-80D4-4E8D-9D58-F703A77C6515}">
      <dgm:prSet/>
      <dgm:spPr/>
      <dgm:t>
        <a:bodyPr/>
        <a:lstStyle/>
        <a:p>
          <a:pPr algn="ctr"/>
          <a:r>
            <a:rPr lang="en-US" b="0" i="0" dirty="0"/>
            <a:t>A pie chart summarizing users' journal entries and highlights most frequent mood</a:t>
          </a:r>
          <a:endParaRPr lang="en-US" dirty="0"/>
        </a:p>
      </dgm:t>
    </dgm:pt>
    <dgm:pt modelId="{A40F9040-E7FC-4E41-ABDD-132E306FD707}" type="parTrans" cxnId="{BDDD71AE-8EF0-4F5C-BB7C-AB3FB4019AF5}">
      <dgm:prSet/>
      <dgm:spPr/>
      <dgm:t>
        <a:bodyPr/>
        <a:lstStyle/>
        <a:p>
          <a:endParaRPr lang="en-US"/>
        </a:p>
      </dgm:t>
    </dgm:pt>
    <dgm:pt modelId="{4FE4BEBF-B301-47E5-9202-1DA0E0E07486}" type="sibTrans" cxnId="{BDDD71AE-8EF0-4F5C-BB7C-AB3FB4019AF5}">
      <dgm:prSet phldrT="8" phldr="0"/>
      <dgm:spPr/>
      <dgm:t>
        <a:bodyPr/>
        <a:lstStyle/>
        <a:p>
          <a:r>
            <a:rPr lang="en-US"/>
            <a:t>8</a:t>
          </a:r>
        </a:p>
      </dgm:t>
    </dgm:pt>
    <dgm:pt modelId="{1A5A8E9D-9828-472C-A835-E7EB4AAAA7AB}" type="pres">
      <dgm:prSet presAssocID="{84AEB7B7-98F4-46F3-ABB9-6738AAE29476}" presName="linearFlow" presStyleCnt="0">
        <dgm:presLayoutVars>
          <dgm:dir/>
          <dgm:animLvl val="lvl"/>
          <dgm:resizeHandles val="exact"/>
        </dgm:presLayoutVars>
      </dgm:prSet>
      <dgm:spPr/>
    </dgm:pt>
    <dgm:pt modelId="{9C56BCF0-A693-487E-82BA-EBCDBF177E02}" type="pres">
      <dgm:prSet presAssocID="{16A9C16E-E431-427B-B279-0A8BA22A775A}" presName="compositeNode" presStyleCnt="0"/>
      <dgm:spPr/>
    </dgm:pt>
    <dgm:pt modelId="{E8B714BD-A565-491D-8786-B1BFCC0881AF}" type="pres">
      <dgm:prSet presAssocID="{16A9C16E-E431-427B-B279-0A8BA22A775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B8381A49-5FD2-4FF4-BC02-DF6961958808}" type="pres">
      <dgm:prSet presAssocID="{16A9C16E-E431-427B-B279-0A8BA22A775A}" presName="parSh" presStyleCnt="0"/>
      <dgm:spPr/>
    </dgm:pt>
    <dgm:pt modelId="{7FA0B730-3BD8-47F4-BD69-5595ABFA2D9E}" type="pres">
      <dgm:prSet presAssocID="{16A9C16E-E431-427B-B279-0A8BA22A775A}" presName="lineNode" presStyleLbl="alignAccFollowNode1" presStyleIdx="0" presStyleCnt="24"/>
      <dgm:spPr/>
    </dgm:pt>
    <dgm:pt modelId="{001B6B7A-A1DA-4067-A39B-9C06A1BCD733}" type="pres">
      <dgm:prSet presAssocID="{16A9C16E-E431-427B-B279-0A8BA22A775A}" presName="lineArrowNode" presStyleLbl="alignAccFollowNode1" presStyleIdx="1" presStyleCnt="24"/>
      <dgm:spPr/>
    </dgm:pt>
    <dgm:pt modelId="{002374AF-1E50-4960-AF4A-58B9218DCE99}" type="pres">
      <dgm:prSet presAssocID="{A82D6605-6145-4922-8EF5-E9B56C61FED7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F022A0A9-5E70-43D2-B24F-16272AF18AF9}" type="pres">
      <dgm:prSet presAssocID="{A82D6605-6145-4922-8EF5-E9B56C61FED7}" presName="spacerBetweenCircleAndCallout" presStyleCnt="0">
        <dgm:presLayoutVars/>
      </dgm:prSet>
      <dgm:spPr/>
    </dgm:pt>
    <dgm:pt modelId="{BDE9CAA6-7B76-450B-B93F-1C4AD341A07E}" type="pres">
      <dgm:prSet presAssocID="{16A9C16E-E431-427B-B279-0A8BA22A775A}" presName="nodeText" presStyleLbl="alignAccFollowNode1" presStyleIdx="2" presStyleCnt="24">
        <dgm:presLayoutVars>
          <dgm:bulletEnabled val="1"/>
        </dgm:presLayoutVars>
      </dgm:prSet>
      <dgm:spPr/>
    </dgm:pt>
    <dgm:pt modelId="{0B60F9F8-84A7-4FC1-BCC8-00EC1A9F4697}" type="pres">
      <dgm:prSet presAssocID="{A82D6605-6145-4922-8EF5-E9B56C61FED7}" presName="sibTransComposite" presStyleCnt="0"/>
      <dgm:spPr/>
    </dgm:pt>
    <dgm:pt modelId="{9338D75A-B534-4873-946B-032727F506AE}" type="pres">
      <dgm:prSet presAssocID="{01158D33-84AB-4139-896F-A2278191165A}" presName="compositeNode" presStyleCnt="0"/>
      <dgm:spPr/>
    </dgm:pt>
    <dgm:pt modelId="{63B87A32-5E33-4725-B385-65D432FE5544}" type="pres">
      <dgm:prSet presAssocID="{01158D33-84AB-4139-896F-A2278191165A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6E6237B-7055-40B2-A6FA-4D03A2F120BB}" type="pres">
      <dgm:prSet presAssocID="{01158D33-84AB-4139-896F-A2278191165A}" presName="parSh" presStyleCnt="0"/>
      <dgm:spPr/>
    </dgm:pt>
    <dgm:pt modelId="{299FE19D-1A50-4D71-AF02-9A453454FAAB}" type="pres">
      <dgm:prSet presAssocID="{01158D33-84AB-4139-896F-A2278191165A}" presName="lineNode" presStyleLbl="alignAccFollowNode1" presStyleIdx="3" presStyleCnt="24"/>
      <dgm:spPr/>
    </dgm:pt>
    <dgm:pt modelId="{4DD7D972-EC80-4B0F-939D-3ABAD560236E}" type="pres">
      <dgm:prSet presAssocID="{01158D33-84AB-4139-896F-A2278191165A}" presName="lineArrowNode" presStyleLbl="alignAccFollowNode1" presStyleIdx="4" presStyleCnt="24"/>
      <dgm:spPr/>
    </dgm:pt>
    <dgm:pt modelId="{55EC6162-E7E1-4926-A484-C40453B743F6}" type="pres">
      <dgm:prSet presAssocID="{6D9F31B3-C432-46FD-944A-FDA17A515D64}" presName="sibTransNodeCircle" presStyleLbl="alignNode1" presStyleIdx="1" presStyleCnt="8">
        <dgm:presLayoutVars>
          <dgm:chMax val="0"/>
          <dgm:bulletEnabled/>
        </dgm:presLayoutVars>
      </dgm:prSet>
      <dgm:spPr/>
    </dgm:pt>
    <dgm:pt modelId="{1C42A5E5-43AF-4FC8-ABE9-7299702A151D}" type="pres">
      <dgm:prSet presAssocID="{6D9F31B3-C432-46FD-944A-FDA17A515D64}" presName="spacerBetweenCircleAndCallout" presStyleCnt="0">
        <dgm:presLayoutVars/>
      </dgm:prSet>
      <dgm:spPr/>
    </dgm:pt>
    <dgm:pt modelId="{3281E833-58C5-4FB0-9DE2-594FC9A1EB00}" type="pres">
      <dgm:prSet presAssocID="{01158D33-84AB-4139-896F-A2278191165A}" presName="nodeText" presStyleLbl="alignAccFollowNode1" presStyleIdx="5" presStyleCnt="24">
        <dgm:presLayoutVars>
          <dgm:bulletEnabled val="1"/>
        </dgm:presLayoutVars>
      </dgm:prSet>
      <dgm:spPr/>
    </dgm:pt>
    <dgm:pt modelId="{F73928EF-9D52-4686-A3EF-D226CDFF076C}" type="pres">
      <dgm:prSet presAssocID="{6D9F31B3-C432-46FD-944A-FDA17A515D64}" presName="sibTransComposite" presStyleCnt="0"/>
      <dgm:spPr/>
    </dgm:pt>
    <dgm:pt modelId="{2B7E9A7F-A35A-4C6B-9328-E8D785922539}" type="pres">
      <dgm:prSet presAssocID="{6EED2B84-7C78-4C11-BE2D-7D136ED2AD1B}" presName="compositeNode" presStyleCnt="0"/>
      <dgm:spPr/>
    </dgm:pt>
    <dgm:pt modelId="{CF13DD5F-857E-41F6-A417-762C2B9DA6DD}" type="pres">
      <dgm:prSet presAssocID="{6EED2B84-7C78-4C11-BE2D-7D136ED2AD1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BF478F2-06E8-47AF-A787-6262B3F84DD7}" type="pres">
      <dgm:prSet presAssocID="{6EED2B84-7C78-4C11-BE2D-7D136ED2AD1B}" presName="parSh" presStyleCnt="0"/>
      <dgm:spPr/>
    </dgm:pt>
    <dgm:pt modelId="{38B79A84-8B17-49DB-A614-31D1FEADF9C9}" type="pres">
      <dgm:prSet presAssocID="{6EED2B84-7C78-4C11-BE2D-7D136ED2AD1B}" presName="lineNode" presStyleLbl="alignAccFollowNode1" presStyleIdx="6" presStyleCnt="24"/>
      <dgm:spPr/>
    </dgm:pt>
    <dgm:pt modelId="{F1FF9DE5-D1A6-4C55-ADC9-4188A7DEBD70}" type="pres">
      <dgm:prSet presAssocID="{6EED2B84-7C78-4C11-BE2D-7D136ED2AD1B}" presName="lineArrowNode" presStyleLbl="alignAccFollowNode1" presStyleIdx="7" presStyleCnt="24"/>
      <dgm:spPr/>
    </dgm:pt>
    <dgm:pt modelId="{CD263A81-8D02-4FF5-9BF8-D82E491DA0F4}" type="pres">
      <dgm:prSet presAssocID="{2CAC8AFA-6279-490C-8FA6-AF21CE858B97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1B18537B-78B1-499E-98AE-77F8D8CE832D}" type="pres">
      <dgm:prSet presAssocID="{2CAC8AFA-6279-490C-8FA6-AF21CE858B97}" presName="spacerBetweenCircleAndCallout" presStyleCnt="0">
        <dgm:presLayoutVars/>
      </dgm:prSet>
      <dgm:spPr/>
    </dgm:pt>
    <dgm:pt modelId="{3464140D-4CCF-44FB-BAF7-DFE545894AD4}" type="pres">
      <dgm:prSet presAssocID="{6EED2B84-7C78-4C11-BE2D-7D136ED2AD1B}" presName="nodeText" presStyleLbl="alignAccFollowNode1" presStyleIdx="8" presStyleCnt="24">
        <dgm:presLayoutVars>
          <dgm:bulletEnabled val="1"/>
        </dgm:presLayoutVars>
      </dgm:prSet>
      <dgm:spPr/>
    </dgm:pt>
    <dgm:pt modelId="{8C449D05-7870-4EE7-A3C9-109185CFF0C8}" type="pres">
      <dgm:prSet presAssocID="{2CAC8AFA-6279-490C-8FA6-AF21CE858B97}" presName="sibTransComposite" presStyleCnt="0"/>
      <dgm:spPr/>
    </dgm:pt>
    <dgm:pt modelId="{3729918B-B033-424B-A262-9603BDA4F256}" type="pres">
      <dgm:prSet presAssocID="{30EA8ABC-4294-4043-8434-2AE52D278D65}" presName="compositeNode" presStyleCnt="0"/>
      <dgm:spPr/>
    </dgm:pt>
    <dgm:pt modelId="{9E53E437-D3E9-4548-9CD5-7EBB8A686A5C}" type="pres">
      <dgm:prSet presAssocID="{30EA8ABC-4294-4043-8434-2AE52D278D6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40C61BC-3E42-4D52-88E5-1A088147B020}" type="pres">
      <dgm:prSet presAssocID="{30EA8ABC-4294-4043-8434-2AE52D278D65}" presName="parSh" presStyleCnt="0"/>
      <dgm:spPr/>
    </dgm:pt>
    <dgm:pt modelId="{647CE666-D59D-42B2-8B81-9F4DF2693554}" type="pres">
      <dgm:prSet presAssocID="{30EA8ABC-4294-4043-8434-2AE52D278D65}" presName="lineNode" presStyleLbl="alignAccFollowNode1" presStyleIdx="9" presStyleCnt="24"/>
      <dgm:spPr/>
    </dgm:pt>
    <dgm:pt modelId="{360D50A5-9088-4F33-A139-79D1DAB44AFB}" type="pres">
      <dgm:prSet presAssocID="{30EA8ABC-4294-4043-8434-2AE52D278D65}" presName="lineArrowNode" presStyleLbl="alignAccFollowNode1" presStyleIdx="10" presStyleCnt="24"/>
      <dgm:spPr/>
    </dgm:pt>
    <dgm:pt modelId="{D11B8064-3C3F-463E-83FB-4C4B8C987A3D}" type="pres">
      <dgm:prSet presAssocID="{8C3CD639-CEAF-4F74-9A4A-14403B68ECEF}" presName="sibTransNodeCircle" presStyleLbl="alignNode1" presStyleIdx="3" presStyleCnt="8">
        <dgm:presLayoutVars>
          <dgm:chMax val="0"/>
          <dgm:bulletEnabled/>
        </dgm:presLayoutVars>
      </dgm:prSet>
      <dgm:spPr/>
    </dgm:pt>
    <dgm:pt modelId="{6322CB85-B384-4E8A-9552-7A955A2A612F}" type="pres">
      <dgm:prSet presAssocID="{8C3CD639-CEAF-4F74-9A4A-14403B68ECEF}" presName="spacerBetweenCircleAndCallout" presStyleCnt="0">
        <dgm:presLayoutVars/>
      </dgm:prSet>
      <dgm:spPr/>
    </dgm:pt>
    <dgm:pt modelId="{6BF54CB8-D37E-4895-B02F-4CB71D876A46}" type="pres">
      <dgm:prSet presAssocID="{30EA8ABC-4294-4043-8434-2AE52D278D65}" presName="nodeText" presStyleLbl="alignAccFollowNode1" presStyleIdx="11" presStyleCnt="24">
        <dgm:presLayoutVars>
          <dgm:bulletEnabled val="1"/>
        </dgm:presLayoutVars>
      </dgm:prSet>
      <dgm:spPr/>
    </dgm:pt>
    <dgm:pt modelId="{ACC64BE9-430D-4C49-BC29-3D4E06E745E6}" type="pres">
      <dgm:prSet presAssocID="{8C3CD639-CEAF-4F74-9A4A-14403B68ECEF}" presName="sibTransComposite" presStyleCnt="0"/>
      <dgm:spPr/>
    </dgm:pt>
    <dgm:pt modelId="{4EFDDBA6-8E57-4319-A147-419B76484B3C}" type="pres">
      <dgm:prSet presAssocID="{F820E8C6-5099-4FC1-B0DD-1A037D11E559}" presName="compositeNode" presStyleCnt="0"/>
      <dgm:spPr/>
    </dgm:pt>
    <dgm:pt modelId="{AB495D98-0FC5-45D9-BD07-3FAA7C4A1642}" type="pres">
      <dgm:prSet presAssocID="{F820E8C6-5099-4FC1-B0DD-1A037D11E55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C0D7936-75B2-4FE2-89F2-71AB11B7FC20}" type="pres">
      <dgm:prSet presAssocID="{F820E8C6-5099-4FC1-B0DD-1A037D11E559}" presName="parSh" presStyleCnt="0"/>
      <dgm:spPr/>
    </dgm:pt>
    <dgm:pt modelId="{793D6C4E-C0D7-4441-B3CB-E7C88BD1E5DD}" type="pres">
      <dgm:prSet presAssocID="{F820E8C6-5099-4FC1-B0DD-1A037D11E559}" presName="lineNode" presStyleLbl="alignAccFollowNode1" presStyleIdx="12" presStyleCnt="24"/>
      <dgm:spPr/>
    </dgm:pt>
    <dgm:pt modelId="{FA9331C6-3ED0-4E37-8540-7BE611558B39}" type="pres">
      <dgm:prSet presAssocID="{F820E8C6-5099-4FC1-B0DD-1A037D11E559}" presName="lineArrowNode" presStyleLbl="alignAccFollowNode1" presStyleIdx="13" presStyleCnt="24"/>
      <dgm:spPr/>
    </dgm:pt>
    <dgm:pt modelId="{CC8BA1F8-A526-4C03-9828-0378363DCEE8}" type="pres">
      <dgm:prSet presAssocID="{0576C79E-E56A-4B3D-9226-E4358E57CD60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B877544E-19A6-49FA-B584-5C1B542B45D2}" type="pres">
      <dgm:prSet presAssocID="{0576C79E-E56A-4B3D-9226-E4358E57CD60}" presName="spacerBetweenCircleAndCallout" presStyleCnt="0">
        <dgm:presLayoutVars/>
      </dgm:prSet>
      <dgm:spPr/>
    </dgm:pt>
    <dgm:pt modelId="{06309DDD-1749-46DE-8EDE-F93A6951D7F8}" type="pres">
      <dgm:prSet presAssocID="{F820E8C6-5099-4FC1-B0DD-1A037D11E559}" presName="nodeText" presStyleLbl="alignAccFollowNode1" presStyleIdx="14" presStyleCnt="24">
        <dgm:presLayoutVars>
          <dgm:bulletEnabled val="1"/>
        </dgm:presLayoutVars>
      </dgm:prSet>
      <dgm:spPr/>
    </dgm:pt>
    <dgm:pt modelId="{393E84DD-EE7C-4AD6-852B-BEFA10E1E3F5}" type="pres">
      <dgm:prSet presAssocID="{0576C79E-E56A-4B3D-9226-E4358E57CD60}" presName="sibTransComposite" presStyleCnt="0"/>
      <dgm:spPr/>
    </dgm:pt>
    <dgm:pt modelId="{9B84FCD0-1C91-4322-80B7-C1FB9B1CB836}" type="pres">
      <dgm:prSet presAssocID="{78F63048-72C8-4585-A94D-DC221103CD24}" presName="compositeNode" presStyleCnt="0"/>
      <dgm:spPr/>
    </dgm:pt>
    <dgm:pt modelId="{D8411968-F826-47F2-B32E-59FD87422D66}" type="pres">
      <dgm:prSet presAssocID="{78F63048-72C8-4585-A94D-DC221103CD24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69C0505-80BF-4606-8508-E8AA50BDCD49}" type="pres">
      <dgm:prSet presAssocID="{78F63048-72C8-4585-A94D-DC221103CD24}" presName="parSh" presStyleCnt="0"/>
      <dgm:spPr/>
    </dgm:pt>
    <dgm:pt modelId="{12FEFC57-A2C1-45B6-94FC-804BE4AF3683}" type="pres">
      <dgm:prSet presAssocID="{78F63048-72C8-4585-A94D-DC221103CD24}" presName="lineNode" presStyleLbl="alignAccFollowNode1" presStyleIdx="15" presStyleCnt="24"/>
      <dgm:spPr/>
    </dgm:pt>
    <dgm:pt modelId="{FE784010-3625-4717-9E4E-BE0F568414E9}" type="pres">
      <dgm:prSet presAssocID="{78F63048-72C8-4585-A94D-DC221103CD24}" presName="lineArrowNode" presStyleLbl="alignAccFollowNode1" presStyleIdx="16" presStyleCnt="24"/>
      <dgm:spPr/>
    </dgm:pt>
    <dgm:pt modelId="{762EAB47-4DA9-456B-98AA-1BF7683FBA23}" type="pres">
      <dgm:prSet presAssocID="{8494D921-2178-4EDB-9482-E40D6D648796}" presName="sibTransNodeCircle" presStyleLbl="alignNode1" presStyleIdx="5" presStyleCnt="8">
        <dgm:presLayoutVars>
          <dgm:chMax val="0"/>
          <dgm:bulletEnabled/>
        </dgm:presLayoutVars>
      </dgm:prSet>
      <dgm:spPr/>
    </dgm:pt>
    <dgm:pt modelId="{A2306E09-50CA-4BA0-A57F-8CC9B96E2935}" type="pres">
      <dgm:prSet presAssocID="{8494D921-2178-4EDB-9482-E40D6D648796}" presName="spacerBetweenCircleAndCallout" presStyleCnt="0">
        <dgm:presLayoutVars/>
      </dgm:prSet>
      <dgm:spPr/>
    </dgm:pt>
    <dgm:pt modelId="{A64E3617-2D7A-4991-ABA6-FEBDEE4BDC2C}" type="pres">
      <dgm:prSet presAssocID="{78F63048-72C8-4585-A94D-DC221103CD24}" presName="nodeText" presStyleLbl="alignAccFollowNode1" presStyleIdx="17" presStyleCnt="24">
        <dgm:presLayoutVars>
          <dgm:bulletEnabled val="1"/>
        </dgm:presLayoutVars>
      </dgm:prSet>
      <dgm:spPr/>
    </dgm:pt>
    <dgm:pt modelId="{26FD93E5-D1D5-4122-AF6C-05D49805986D}" type="pres">
      <dgm:prSet presAssocID="{8494D921-2178-4EDB-9482-E40D6D648796}" presName="sibTransComposite" presStyleCnt="0"/>
      <dgm:spPr/>
    </dgm:pt>
    <dgm:pt modelId="{1029986F-D13F-4A71-8BDB-361EA1D90FFA}" type="pres">
      <dgm:prSet presAssocID="{ACF38C10-8DC8-444D-A613-238AFA12D53D}" presName="compositeNode" presStyleCnt="0"/>
      <dgm:spPr/>
    </dgm:pt>
    <dgm:pt modelId="{D0D3C4BC-F593-4F38-9451-15806E8B527B}" type="pres">
      <dgm:prSet presAssocID="{ACF38C10-8DC8-444D-A613-238AFA12D53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B6169AF-1699-4D44-91AF-F0AF8B305A53}" type="pres">
      <dgm:prSet presAssocID="{ACF38C10-8DC8-444D-A613-238AFA12D53D}" presName="parSh" presStyleCnt="0"/>
      <dgm:spPr/>
    </dgm:pt>
    <dgm:pt modelId="{65FD1277-3D03-49A4-AA56-63E74D512EC8}" type="pres">
      <dgm:prSet presAssocID="{ACF38C10-8DC8-444D-A613-238AFA12D53D}" presName="lineNode" presStyleLbl="alignAccFollowNode1" presStyleIdx="18" presStyleCnt="24"/>
      <dgm:spPr/>
    </dgm:pt>
    <dgm:pt modelId="{96009488-16AE-441E-820A-C1C015B334C7}" type="pres">
      <dgm:prSet presAssocID="{ACF38C10-8DC8-444D-A613-238AFA12D53D}" presName="lineArrowNode" presStyleLbl="alignAccFollowNode1" presStyleIdx="19" presStyleCnt="24"/>
      <dgm:spPr/>
    </dgm:pt>
    <dgm:pt modelId="{F966C9DC-ABD8-49F5-A47C-16AAA7AF0EAA}" type="pres">
      <dgm:prSet presAssocID="{CC3881DC-8388-4CCD-96F2-984FF8AAD10D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31C0672F-BC81-4293-8E64-AB4C8BC891D7}" type="pres">
      <dgm:prSet presAssocID="{CC3881DC-8388-4CCD-96F2-984FF8AAD10D}" presName="spacerBetweenCircleAndCallout" presStyleCnt="0">
        <dgm:presLayoutVars/>
      </dgm:prSet>
      <dgm:spPr/>
    </dgm:pt>
    <dgm:pt modelId="{D0302757-B692-4FFA-B2CC-07502CFE0611}" type="pres">
      <dgm:prSet presAssocID="{ACF38C10-8DC8-444D-A613-238AFA12D53D}" presName="nodeText" presStyleLbl="alignAccFollowNode1" presStyleIdx="20" presStyleCnt="24">
        <dgm:presLayoutVars>
          <dgm:bulletEnabled val="1"/>
        </dgm:presLayoutVars>
      </dgm:prSet>
      <dgm:spPr/>
    </dgm:pt>
    <dgm:pt modelId="{EBE327A7-1D16-47C1-85ED-B3EA19A3B96A}" type="pres">
      <dgm:prSet presAssocID="{CC3881DC-8388-4CCD-96F2-984FF8AAD10D}" presName="sibTransComposite" presStyleCnt="0"/>
      <dgm:spPr/>
    </dgm:pt>
    <dgm:pt modelId="{FF8CD60E-F7DA-42D7-A6E3-E0A91880ACBC}" type="pres">
      <dgm:prSet presAssocID="{A1025305-80D4-4E8D-9D58-F703A77C6515}" presName="compositeNode" presStyleCnt="0"/>
      <dgm:spPr/>
    </dgm:pt>
    <dgm:pt modelId="{EC2E77CD-9516-432D-8DCD-2D46C092019B}" type="pres">
      <dgm:prSet presAssocID="{A1025305-80D4-4E8D-9D58-F703A77C651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63E36B3-DDFF-4196-A06C-4EF9CBCAD9EC}" type="pres">
      <dgm:prSet presAssocID="{A1025305-80D4-4E8D-9D58-F703A77C6515}" presName="parSh" presStyleCnt="0"/>
      <dgm:spPr/>
    </dgm:pt>
    <dgm:pt modelId="{CCB0B2C4-64E6-44AE-9B2C-FC98231364B5}" type="pres">
      <dgm:prSet presAssocID="{A1025305-80D4-4E8D-9D58-F703A77C6515}" presName="lineNode" presStyleLbl="alignAccFollowNode1" presStyleIdx="21" presStyleCnt="24"/>
      <dgm:spPr/>
    </dgm:pt>
    <dgm:pt modelId="{EE8213FD-1B41-43F4-BED4-031F365BA31F}" type="pres">
      <dgm:prSet presAssocID="{A1025305-80D4-4E8D-9D58-F703A77C6515}" presName="lineArrowNode" presStyleLbl="alignAccFollowNode1" presStyleIdx="22" presStyleCnt="24"/>
      <dgm:spPr/>
    </dgm:pt>
    <dgm:pt modelId="{A6816E94-3C19-4BF1-BBAD-56E67EA6743E}" type="pres">
      <dgm:prSet presAssocID="{4FE4BEBF-B301-47E5-9202-1DA0E0E07486}" presName="sibTransNodeCircle" presStyleLbl="alignNode1" presStyleIdx="7" presStyleCnt="8">
        <dgm:presLayoutVars>
          <dgm:chMax val="0"/>
          <dgm:bulletEnabled/>
        </dgm:presLayoutVars>
      </dgm:prSet>
      <dgm:spPr/>
    </dgm:pt>
    <dgm:pt modelId="{FFB93FF6-202C-4A2E-AC7B-0C9E59DD5046}" type="pres">
      <dgm:prSet presAssocID="{4FE4BEBF-B301-47E5-9202-1DA0E0E07486}" presName="spacerBetweenCircleAndCallout" presStyleCnt="0">
        <dgm:presLayoutVars/>
      </dgm:prSet>
      <dgm:spPr/>
    </dgm:pt>
    <dgm:pt modelId="{25F91F68-0ABA-48DA-B9FD-A68EB5378A44}" type="pres">
      <dgm:prSet presAssocID="{A1025305-80D4-4E8D-9D58-F703A77C6515}" presName="nodeText" presStyleLbl="alignAccFollowNode1" presStyleIdx="23" presStyleCnt="24">
        <dgm:presLayoutVars>
          <dgm:bulletEnabled val="1"/>
        </dgm:presLayoutVars>
      </dgm:prSet>
      <dgm:spPr/>
    </dgm:pt>
  </dgm:ptLst>
  <dgm:cxnLst>
    <dgm:cxn modelId="{5BDDE719-9095-4A21-B7D0-0F7FE83B3C06}" srcId="{84AEB7B7-98F4-46F3-ABB9-6738AAE29476}" destId="{30EA8ABC-4294-4043-8434-2AE52D278D65}" srcOrd="3" destOrd="0" parTransId="{7CBD5D35-9C10-40D6-B26E-9841E1A40A52}" sibTransId="{8C3CD639-CEAF-4F74-9A4A-14403B68ECEF}"/>
    <dgm:cxn modelId="{F677322A-B1A4-46E5-A104-EB319190EC9A}" srcId="{84AEB7B7-98F4-46F3-ABB9-6738AAE29476}" destId="{F820E8C6-5099-4FC1-B0DD-1A037D11E559}" srcOrd="4" destOrd="0" parTransId="{85D2CB25-6192-451E-B683-CA9AF9501837}" sibTransId="{0576C79E-E56A-4B3D-9226-E4358E57CD60}"/>
    <dgm:cxn modelId="{03F09F30-8971-4100-8B3F-D1B5CD539794}" type="presOf" srcId="{30EA8ABC-4294-4043-8434-2AE52D278D65}" destId="{6BF54CB8-D37E-4895-B02F-4CB71D876A46}" srcOrd="0" destOrd="0" presId="urn:microsoft.com/office/officeart/2016/7/layout/LinearArrowProcessNumbered"/>
    <dgm:cxn modelId="{9635AF43-D235-4200-B187-05CF31AF5CAA}" type="presOf" srcId="{8C3CD639-CEAF-4F74-9A4A-14403B68ECEF}" destId="{D11B8064-3C3F-463E-83FB-4C4B8C987A3D}" srcOrd="0" destOrd="0" presId="urn:microsoft.com/office/officeart/2016/7/layout/LinearArrowProcessNumbered"/>
    <dgm:cxn modelId="{8EDE384A-8AC4-4BFA-BCD1-262DF4352FAC}" type="presOf" srcId="{A82D6605-6145-4922-8EF5-E9B56C61FED7}" destId="{002374AF-1E50-4960-AF4A-58B9218DCE99}" srcOrd="0" destOrd="0" presId="urn:microsoft.com/office/officeart/2016/7/layout/LinearArrowProcessNumbered"/>
    <dgm:cxn modelId="{0D103E4C-C3BC-4B25-A5C6-9D4A39E9F1A9}" type="presOf" srcId="{A1025305-80D4-4E8D-9D58-F703A77C6515}" destId="{25F91F68-0ABA-48DA-B9FD-A68EB5378A44}" srcOrd="0" destOrd="0" presId="urn:microsoft.com/office/officeart/2016/7/layout/LinearArrowProcessNumbered"/>
    <dgm:cxn modelId="{D2C4206E-7884-45C5-8F69-AADD10B41B39}" type="presOf" srcId="{8494D921-2178-4EDB-9482-E40D6D648796}" destId="{762EAB47-4DA9-456B-98AA-1BF7683FBA23}" srcOrd="0" destOrd="0" presId="urn:microsoft.com/office/officeart/2016/7/layout/LinearArrowProcessNumbered"/>
    <dgm:cxn modelId="{7BBCBB75-F7CF-4093-A120-E0FA3F75C80F}" type="presOf" srcId="{01158D33-84AB-4139-896F-A2278191165A}" destId="{3281E833-58C5-4FB0-9DE2-594FC9A1EB00}" srcOrd="0" destOrd="0" presId="urn:microsoft.com/office/officeart/2016/7/layout/LinearArrowProcessNumbered"/>
    <dgm:cxn modelId="{72807F57-5794-445A-8A18-B768EF3C24A8}" srcId="{84AEB7B7-98F4-46F3-ABB9-6738AAE29476}" destId="{78F63048-72C8-4585-A94D-DC221103CD24}" srcOrd="5" destOrd="0" parTransId="{EBC86469-2DBE-42E5-B884-CD101DA1F7C0}" sibTransId="{8494D921-2178-4EDB-9482-E40D6D648796}"/>
    <dgm:cxn modelId="{13E23C58-4F8C-4614-A12B-415C7F336D89}" type="presOf" srcId="{6D9F31B3-C432-46FD-944A-FDA17A515D64}" destId="{55EC6162-E7E1-4926-A484-C40453B743F6}" srcOrd="0" destOrd="0" presId="urn:microsoft.com/office/officeart/2016/7/layout/LinearArrowProcessNumbered"/>
    <dgm:cxn modelId="{15D2FE79-8ED3-4BA9-9456-85911CD8B160}" srcId="{84AEB7B7-98F4-46F3-ABB9-6738AAE29476}" destId="{6EED2B84-7C78-4C11-BE2D-7D136ED2AD1B}" srcOrd="2" destOrd="0" parTransId="{7F8C9CB2-C255-46DB-8FDF-D3206CF38E18}" sibTransId="{2CAC8AFA-6279-490C-8FA6-AF21CE858B97}"/>
    <dgm:cxn modelId="{CD2E219D-40CF-427E-97B9-D5E3C7D9ACB8}" type="presOf" srcId="{CC3881DC-8388-4CCD-96F2-984FF8AAD10D}" destId="{F966C9DC-ABD8-49F5-A47C-16AAA7AF0EAA}" srcOrd="0" destOrd="0" presId="urn:microsoft.com/office/officeart/2016/7/layout/LinearArrowProcessNumbered"/>
    <dgm:cxn modelId="{ACA822A5-7663-4068-882F-133C57E9CA1A}" srcId="{84AEB7B7-98F4-46F3-ABB9-6738AAE29476}" destId="{01158D33-84AB-4139-896F-A2278191165A}" srcOrd="1" destOrd="0" parTransId="{93FDFEF4-EF16-4527-B1A7-FFFFA394444D}" sibTransId="{6D9F31B3-C432-46FD-944A-FDA17A515D64}"/>
    <dgm:cxn modelId="{BDDD71AE-8EF0-4F5C-BB7C-AB3FB4019AF5}" srcId="{84AEB7B7-98F4-46F3-ABB9-6738AAE29476}" destId="{A1025305-80D4-4E8D-9D58-F703A77C6515}" srcOrd="7" destOrd="0" parTransId="{A40F9040-E7FC-4E41-ABDD-132E306FD707}" sibTransId="{4FE4BEBF-B301-47E5-9202-1DA0E0E07486}"/>
    <dgm:cxn modelId="{7B6C55B3-2C45-47C1-B83F-3636BC0206FA}" srcId="{84AEB7B7-98F4-46F3-ABB9-6738AAE29476}" destId="{16A9C16E-E431-427B-B279-0A8BA22A775A}" srcOrd="0" destOrd="0" parTransId="{B2EC2C37-B010-4688-9E8D-06F666847094}" sibTransId="{A82D6605-6145-4922-8EF5-E9B56C61FED7}"/>
    <dgm:cxn modelId="{A404AAB7-235F-46E4-937A-24DE52C5368C}" type="presOf" srcId="{78F63048-72C8-4585-A94D-DC221103CD24}" destId="{A64E3617-2D7A-4991-ABA6-FEBDEE4BDC2C}" srcOrd="0" destOrd="0" presId="urn:microsoft.com/office/officeart/2016/7/layout/LinearArrowProcessNumbered"/>
    <dgm:cxn modelId="{2D9102B9-A329-4A95-91BD-5196D76EB367}" type="presOf" srcId="{4FE4BEBF-B301-47E5-9202-1DA0E0E07486}" destId="{A6816E94-3C19-4BF1-BBAD-56E67EA6743E}" srcOrd="0" destOrd="0" presId="urn:microsoft.com/office/officeart/2016/7/layout/LinearArrowProcessNumbered"/>
    <dgm:cxn modelId="{F61531BA-DAAB-4FAC-BEC4-8F499FE577B3}" type="presOf" srcId="{6EED2B84-7C78-4C11-BE2D-7D136ED2AD1B}" destId="{3464140D-4CCF-44FB-BAF7-DFE545894AD4}" srcOrd="0" destOrd="0" presId="urn:microsoft.com/office/officeart/2016/7/layout/LinearArrowProcessNumbered"/>
    <dgm:cxn modelId="{DDB93ED0-02EC-4578-A7AC-CD53458AE053}" type="presOf" srcId="{2CAC8AFA-6279-490C-8FA6-AF21CE858B97}" destId="{CD263A81-8D02-4FF5-9BF8-D82E491DA0F4}" srcOrd="0" destOrd="0" presId="urn:microsoft.com/office/officeart/2016/7/layout/LinearArrowProcessNumbered"/>
    <dgm:cxn modelId="{97DE55D9-2AA8-4EFC-A8DD-89D08AFD27DB}" type="presOf" srcId="{84AEB7B7-98F4-46F3-ABB9-6738AAE29476}" destId="{1A5A8E9D-9828-472C-A835-E7EB4AAAA7AB}" srcOrd="0" destOrd="0" presId="urn:microsoft.com/office/officeart/2016/7/layout/LinearArrowProcessNumbered"/>
    <dgm:cxn modelId="{0D04F8DA-F68B-4D73-A11C-B8FA642EC68C}" type="presOf" srcId="{16A9C16E-E431-427B-B279-0A8BA22A775A}" destId="{BDE9CAA6-7B76-450B-B93F-1C4AD341A07E}" srcOrd="0" destOrd="0" presId="urn:microsoft.com/office/officeart/2016/7/layout/LinearArrowProcessNumbered"/>
    <dgm:cxn modelId="{B88137DC-E3F4-4E51-BAFB-F2A4589309C2}" type="presOf" srcId="{F820E8C6-5099-4FC1-B0DD-1A037D11E559}" destId="{06309DDD-1749-46DE-8EDE-F93A6951D7F8}" srcOrd="0" destOrd="0" presId="urn:microsoft.com/office/officeart/2016/7/layout/LinearArrowProcessNumbered"/>
    <dgm:cxn modelId="{59EFD2DC-1B15-4171-B0AA-E3F8E8502421}" type="presOf" srcId="{ACF38C10-8DC8-444D-A613-238AFA12D53D}" destId="{D0302757-B692-4FFA-B2CC-07502CFE0611}" srcOrd="0" destOrd="0" presId="urn:microsoft.com/office/officeart/2016/7/layout/LinearArrowProcessNumbered"/>
    <dgm:cxn modelId="{E9CBE5E9-4F9D-4AEA-9876-AA29D74A8678}" type="presOf" srcId="{0576C79E-E56A-4B3D-9226-E4358E57CD60}" destId="{CC8BA1F8-A526-4C03-9828-0378363DCEE8}" srcOrd="0" destOrd="0" presId="urn:microsoft.com/office/officeart/2016/7/layout/LinearArrowProcessNumbered"/>
    <dgm:cxn modelId="{6DBA03EB-B212-4F40-A7E5-92D480C62029}" srcId="{84AEB7B7-98F4-46F3-ABB9-6738AAE29476}" destId="{ACF38C10-8DC8-444D-A613-238AFA12D53D}" srcOrd="6" destOrd="0" parTransId="{28C93522-DE63-432B-B77C-7EC8A4B0CC55}" sibTransId="{CC3881DC-8388-4CCD-96F2-984FF8AAD10D}"/>
    <dgm:cxn modelId="{A59A07B7-D56C-40EA-90F0-541FF3EDE376}" type="presParOf" srcId="{1A5A8E9D-9828-472C-A835-E7EB4AAAA7AB}" destId="{9C56BCF0-A693-487E-82BA-EBCDBF177E02}" srcOrd="0" destOrd="0" presId="urn:microsoft.com/office/officeart/2016/7/layout/LinearArrowProcessNumbered"/>
    <dgm:cxn modelId="{A51D0D5B-5D0A-4C8B-9437-CDAB8A762350}" type="presParOf" srcId="{9C56BCF0-A693-487E-82BA-EBCDBF177E02}" destId="{E8B714BD-A565-491D-8786-B1BFCC0881AF}" srcOrd="0" destOrd="0" presId="urn:microsoft.com/office/officeart/2016/7/layout/LinearArrowProcessNumbered"/>
    <dgm:cxn modelId="{4BB30D22-10DE-4E33-A761-0CD27A0565A4}" type="presParOf" srcId="{9C56BCF0-A693-487E-82BA-EBCDBF177E02}" destId="{B8381A49-5FD2-4FF4-BC02-DF6961958808}" srcOrd="1" destOrd="0" presId="urn:microsoft.com/office/officeart/2016/7/layout/LinearArrowProcessNumbered"/>
    <dgm:cxn modelId="{A1C62C34-4CFC-4B8E-9543-0B69C65C1ADF}" type="presParOf" srcId="{B8381A49-5FD2-4FF4-BC02-DF6961958808}" destId="{7FA0B730-3BD8-47F4-BD69-5595ABFA2D9E}" srcOrd="0" destOrd="0" presId="urn:microsoft.com/office/officeart/2016/7/layout/LinearArrowProcessNumbered"/>
    <dgm:cxn modelId="{1B345F57-EDEB-4BB0-9D7F-6BAED685D62F}" type="presParOf" srcId="{B8381A49-5FD2-4FF4-BC02-DF6961958808}" destId="{001B6B7A-A1DA-4067-A39B-9C06A1BCD733}" srcOrd="1" destOrd="0" presId="urn:microsoft.com/office/officeart/2016/7/layout/LinearArrowProcessNumbered"/>
    <dgm:cxn modelId="{73A07680-3DE2-49D5-8538-48F071C2A5A2}" type="presParOf" srcId="{B8381A49-5FD2-4FF4-BC02-DF6961958808}" destId="{002374AF-1E50-4960-AF4A-58B9218DCE99}" srcOrd="2" destOrd="0" presId="urn:microsoft.com/office/officeart/2016/7/layout/LinearArrowProcessNumbered"/>
    <dgm:cxn modelId="{1F0DE9AD-EA4E-4986-9E58-609464DBDE86}" type="presParOf" srcId="{B8381A49-5FD2-4FF4-BC02-DF6961958808}" destId="{F022A0A9-5E70-43D2-B24F-16272AF18AF9}" srcOrd="3" destOrd="0" presId="urn:microsoft.com/office/officeart/2016/7/layout/LinearArrowProcessNumbered"/>
    <dgm:cxn modelId="{36393EF9-7C32-42F6-8E11-EB6E4DF749D4}" type="presParOf" srcId="{9C56BCF0-A693-487E-82BA-EBCDBF177E02}" destId="{BDE9CAA6-7B76-450B-B93F-1C4AD341A07E}" srcOrd="2" destOrd="0" presId="urn:microsoft.com/office/officeart/2016/7/layout/LinearArrowProcessNumbered"/>
    <dgm:cxn modelId="{6920E8F9-BEE5-496F-BFEA-7EC61EE9126D}" type="presParOf" srcId="{1A5A8E9D-9828-472C-A835-E7EB4AAAA7AB}" destId="{0B60F9F8-84A7-4FC1-BCC8-00EC1A9F4697}" srcOrd="1" destOrd="0" presId="urn:microsoft.com/office/officeart/2016/7/layout/LinearArrowProcessNumbered"/>
    <dgm:cxn modelId="{D29FB481-8CC2-46E9-BCA1-6450F325DE02}" type="presParOf" srcId="{1A5A8E9D-9828-472C-A835-E7EB4AAAA7AB}" destId="{9338D75A-B534-4873-946B-032727F506AE}" srcOrd="2" destOrd="0" presId="urn:microsoft.com/office/officeart/2016/7/layout/LinearArrowProcessNumbered"/>
    <dgm:cxn modelId="{16AD5B02-3B7F-4E00-99D8-5A7D31122E29}" type="presParOf" srcId="{9338D75A-B534-4873-946B-032727F506AE}" destId="{63B87A32-5E33-4725-B385-65D432FE5544}" srcOrd="0" destOrd="0" presId="urn:microsoft.com/office/officeart/2016/7/layout/LinearArrowProcessNumbered"/>
    <dgm:cxn modelId="{52ABF9F7-27F3-416F-BEF0-649947B0E950}" type="presParOf" srcId="{9338D75A-B534-4873-946B-032727F506AE}" destId="{16E6237B-7055-40B2-A6FA-4D03A2F120BB}" srcOrd="1" destOrd="0" presId="urn:microsoft.com/office/officeart/2016/7/layout/LinearArrowProcessNumbered"/>
    <dgm:cxn modelId="{4E74AB47-B16A-4999-B69C-3C5FC18AE3CC}" type="presParOf" srcId="{16E6237B-7055-40B2-A6FA-4D03A2F120BB}" destId="{299FE19D-1A50-4D71-AF02-9A453454FAAB}" srcOrd="0" destOrd="0" presId="urn:microsoft.com/office/officeart/2016/7/layout/LinearArrowProcessNumbered"/>
    <dgm:cxn modelId="{1EED5556-5700-4E9B-BB28-1A8206E22579}" type="presParOf" srcId="{16E6237B-7055-40B2-A6FA-4D03A2F120BB}" destId="{4DD7D972-EC80-4B0F-939D-3ABAD560236E}" srcOrd="1" destOrd="0" presId="urn:microsoft.com/office/officeart/2016/7/layout/LinearArrowProcessNumbered"/>
    <dgm:cxn modelId="{4116735F-96CB-4D61-B273-81AC8514F62B}" type="presParOf" srcId="{16E6237B-7055-40B2-A6FA-4D03A2F120BB}" destId="{55EC6162-E7E1-4926-A484-C40453B743F6}" srcOrd="2" destOrd="0" presId="urn:microsoft.com/office/officeart/2016/7/layout/LinearArrowProcessNumbered"/>
    <dgm:cxn modelId="{1B83F717-9E1B-41D0-89DC-AE318E7B75CF}" type="presParOf" srcId="{16E6237B-7055-40B2-A6FA-4D03A2F120BB}" destId="{1C42A5E5-43AF-4FC8-ABE9-7299702A151D}" srcOrd="3" destOrd="0" presId="urn:microsoft.com/office/officeart/2016/7/layout/LinearArrowProcessNumbered"/>
    <dgm:cxn modelId="{01FD4704-AB80-47F1-8341-08507F892C2B}" type="presParOf" srcId="{9338D75A-B534-4873-946B-032727F506AE}" destId="{3281E833-58C5-4FB0-9DE2-594FC9A1EB00}" srcOrd="2" destOrd="0" presId="urn:microsoft.com/office/officeart/2016/7/layout/LinearArrowProcessNumbered"/>
    <dgm:cxn modelId="{3770FB7F-66D1-4839-9389-04F70E369322}" type="presParOf" srcId="{1A5A8E9D-9828-472C-A835-E7EB4AAAA7AB}" destId="{F73928EF-9D52-4686-A3EF-D226CDFF076C}" srcOrd="3" destOrd="0" presId="urn:microsoft.com/office/officeart/2016/7/layout/LinearArrowProcessNumbered"/>
    <dgm:cxn modelId="{4F0F67AA-08DE-4A6A-B247-8BC5F1FF4597}" type="presParOf" srcId="{1A5A8E9D-9828-472C-A835-E7EB4AAAA7AB}" destId="{2B7E9A7F-A35A-4C6B-9328-E8D785922539}" srcOrd="4" destOrd="0" presId="urn:microsoft.com/office/officeart/2016/7/layout/LinearArrowProcessNumbered"/>
    <dgm:cxn modelId="{F4AC1C0D-3E96-494A-A3BE-9C367063D2F1}" type="presParOf" srcId="{2B7E9A7F-A35A-4C6B-9328-E8D785922539}" destId="{CF13DD5F-857E-41F6-A417-762C2B9DA6DD}" srcOrd="0" destOrd="0" presId="urn:microsoft.com/office/officeart/2016/7/layout/LinearArrowProcessNumbered"/>
    <dgm:cxn modelId="{B9433349-D23E-4C28-91A3-B2C26015166F}" type="presParOf" srcId="{2B7E9A7F-A35A-4C6B-9328-E8D785922539}" destId="{6BF478F2-06E8-47AF-A787-6262B3F84DD7}" srcOrd="1" destOrd="0" presId="urn:microsoft.com/office/officeart/2016/7/layout/LinearArrowProcessNumbered"/>
    <dgm:cxn modelId="{BBDAC215-A5FE-491F-B7E2-3CCE909705CC}" type="presParOf" srcId="{6BF478F2-06E8-47AF-A787-6262B3F84DD7}" destId="{38B79A84-8B17-49DB-A614-31D1FEADF9C9}" srcOrd="0" destOrd="0" presId="urn:microsoft.com/office/officeart/2016/7/layout/LinearArrowProcessNumbered"/>
    <dgm:cxn modelId="{8DCF7EC6-DB75-459F-BCBD-7F496B7216CE}" type="presParOf" srcId="{6BF478F2-06E8-47AF-A787-6262B3F84DD7}" destId="{F1FF9DE5-D1A6-4C55-ADC9-4188A7DEBD70}" srcOrd="1" destOrd="0" presId="urn:microsoft.com/office/officeart/2016/7/layout/LinearArrowProcessNumbered"/>
    <dgm:cxn modelId="{1E81188A-3AE5-4FD0-90C0-CE260D319F60}" type="presParOf" srcId="{6BF478F2-06E8-47AF-A787-6262B3F84DD7}" destId="{CD263A81-8D02-4FF5-9BF8-D82E491DA0F4}" srcOrd="2" destOrd="0" presId="urn:microsoft.com/office/officeart/2016/7/layout/LinearArrowProcessNumbered"/>
    <dgm:cxn modelId="{61E08A37-5398-4660-AF02-2FFDEE3A6CFF}" type="presParOf" srcId="{6BF478F2-06E8-47AF-A787-6262B3F84DD7}" destId="{1B18537B-78B1-499E-98AE-77F8D8CE832D}" srcOrd="3" destOrd="0" presId="urn:microsoft.com/office/officeart/2016/7/layout/LinearArrowProcessNumbered"/>
    <dgm:cxn modelId="{A9719583-1730-4EBE-910A-C4D705B6B492}" type="presParOf" srcId="{2B7E9A7F-A35A-4C6B-9328-E8D785922539}" destId="{3464140D-4CCF-44FB-BAF7-DFE545894AD4}" srcOrd="2" destOrd="0" presId="urn:microsoft.com/office/officeart/2016/7/layout/LinearArrowProcessNumbered"/>
    <dgm:cxn modelId="{EEABEA6A-2FAA-4B3D-9BB2-E50034A9D324}" type="presParOf" srcId="{1A5A8E9D-9828-472C-A835-E7EB4AAAA7AB}" destId="{8C449D05-7870-4EE7-A3C9-109185CFF0C8}" srcOrd="5" destOrd="0" presId="urn:microsoft.com/office/officeart/2016/7/layout/LinearArrowProcessNumbered"/>
    <dgm:cxn modelId="{117FCEDA-2501-4EBA-ACE4-604E2D7D1498}" type="presParOf" srcId="{1A5A8E9D-9828-472C-A835-E7EB4AAAA7AB}" destId="{3729918B-B033-424B-A262-9603BDA4F256}" srcOrd="6" destOrd="0" presId="urn:microsoft.com/office/officeart/2016/7/layout/LinearArrowProcessNumbered"/>
    <dgm:cxn modelId="{BD212F1A-D84B-4588-91E2-8E00A0953607}" type="presParOf" srcId="{3729918B-B033-424B-A262-9603BDA4F256}" destId="{9E53E437-D3E9-4548-9CD5-7EBB8A686A5C}" srcOrd="0" destOrd="0" presId="urn:microsoft.com/office/officeart/2016/7/layout/LinearArrowProcessNumbered"/>
    <dgm:cxn modelId="{033D1B3F-2C78-4652-A6CE-FD2540BC9D27}" type="presParOf" srcId="{3729918B-B033-424B-A262-9603BDA4F256}" destId="{740C61BC-3E42-4D52-88E5-1A088147B020}" srcOrd="1" destOrd="0" presId="urn:microsoft.com/office/officeart/2016/7/layout/LinearArrowProcessNumbered"/>
    <dgm:cxn modelId="{31BECCF2-04EC-40BF-A798-36AD47FD6B0B}" type="presParOf" srcId="{740C61BC-3E42-4D52-88E5-1A088147B020}" destId="{647CE666-D59D-42B2-8B81-9F4DF2693554}" srcOrd="0" destOrd="0" presId="urn:microsoft.com/office/officeart/2016/7/layout/LinearArrowProcessNumbered"/>
    <dgm:cxn modelId="{7AC0A8DA-F94C-46F5-9AB6-304126F2E9D8}" type="presParOf" srcId="{740C61BC-3E42-4D52-88E5-1A088147B020}" destId="{360D50A5-9088-4F33-A139-79D1DAB44AFB}" srcOrd="1" destOrd="0" presId="urn:microsoft.com/office/officeart/2016/7/layout/LinearArrowProcessNumbered"/>
    <dgm:cxn modelId="{5505BA96-96D9-49C5-B954-93AAA98C8F9C}" type="presParOf" srcId="{740C61BC-3E42-4D52-88E5-1A088147B020}" destId="{D11B8064-3C3F-463E-83FB-4C4B8C987A3D}" srcOrd="2" destOrd="0" presId="urn:microsoft.com/office/officeart/2016/7/layout/LinearArrowProcessNumbered"/>
    <dgm:cxn modelId="{2E0666A6-4ADA-4BF9-B3A1-FA826B7B9EEA}" type="presParOf" srcId="{740C61BC-3E42-4D52-88E5-1A088147B020}" destId="{6322CB85-B384-4E8A-9552-7A955A2A612F}" srcOrd="3" destOrd="0" presId="urn:microsoft.com/office/officeart/2016/7/layout/LinearArrowProcessNumbered"/>
    <dgm:cxn modelId="{6FA923E7-9118-4CD3-91FB-B4FD53816D8C}" type="presParOf" srcId="{3729918B-B033-424B-A262-9603BDA4F256}" destId="{6BF54CB8-D37E-4895-B02F-4CB71D876A46}" srcOrd="2" destOrd="0" presId="urn:microsoft.com/office/officeart/2016/7/layout/LinearArrowProcessNumbered"/>
    <dgm:cxn modelId="{56F838E2-4DD0-4A4D-8FD1-0C720166D696}" type="presParOf" srcId="{1A5A8E9D-9828-472C-A835-E7EB4AAAA7AB}" destId="{ACC64BE9-430D-4C49-BC29-3D4E06E745E6}" srcOrd="7" destOrd="0" presId="urn:microsoft.com/office/officeart/2016/7/layout/LinearArrowProcessNumbered"/>
    <dgm:cxn modelId="{8CA82F19-72EE-4112-A947-A9F77CB29548}" type="presParOf" srcId="{1A5A8E9D-9828-472C-A835-E7EB4AAAA7AB}" destId="{4EFDDBA6-8E57-4319-A147-419B76484B3C}" srcOrd="8" destOrd="0" presId="urn:microsoft.com/office/officeart/2016/7/layout/LinearArrowProcessNumbered"/>
    <dgm:cxn modelId="{07FE5FAE-03B1-416C-895E-C4A5E46A3D9B}" type="presParOf" srcId="{4EFDDBA6-8E57-4319-A147-419B76484B3C}" destId="{AB495D98-0FC5-45D9-BD07-3FAA7C4A1642}" srcOrd="0" destOrd="0" presId="urn:microsoft.com/office/officeart/2016/7/layout/LinearArrowProcessNumbered"/>
    <dgm:cxn modelId="{3CBFD315-3F39-4727-80B0-F2F1BE5683E4}" type="presParOf" srcId="{4EFDDBA6-8E57-4319-A147-419B76484B3C}" destId="{6C0D7936-75B2-4FE2-89F2-71AB11B7FC20}" srcOrd="1" destOrd="0" presId="urn:microsoft.com/office/officeart/2016/7/layout/LinearArrowProcessNumbered"/>
    <dgm:cxn modelId="{8F8AFC88-0E93-44E2-B23C-4401AF6A246D}" type="presParOf" srcId="{6C0D7936-75B2-4FE2-89F2-71AB11B7FC20}" destId="{793D6C4E-C0D7-4441-B3CB-E7C88BD1E5DD}" srcOrd="0" destOrd="0" presId="urn:microsoft.com/office/officeart/2016/7/layout/LinearArrowProcessNumbered"/>
    <dgm:cxn modelId="{A84D068A-2344-41D7-B626-12463FA72B93}" type="presParOf" srcId="{6C0D7936-75B2-4FE2-89F2-71AB11B7FC20}" destId="{FA9331C6-3ED0-4E37-8540-7BE611558B39}" srcOrd="1" destOrd="0" presId="urn:microsoft.com/office/officeart/2016/7/layout/LinearArrowProcessNumbered"/>
    <dgm:cxn modelId="{36E775F1-D3BD-4E57-92D9-D7A2D7B78C16}" type="presParOf" srcId="{6C0D7936-75B2-4FE2-89F2-71AB11B7FC20}" destId="{CC8BA1F8-A526-4C03-9828-0378363DCEE8}" srcOrd="2" destOrd="0" presId="urn:microsoft.com/office/officeart/2016/7/layout/LinearArrowProcessNumbered"/>
    <dgm:cxn modelId="{3D9C4B7C-7393-4053-8977-17644EDDD02A}" type="presParOf" srcId="{6C0D7936-75B2-4FE2-89F2-71AB11B7FC20}" destId="{B877544E-19A6-49FA-B584-5C1B542B45D2}" srcOrd="3" destOrd="0" presId="urn:microsoft.com/office/officeart/2016/7/layout/LinearArrowProcessNumbered"/>
    <dgm:cxn modelId="{B88717A2-C4F8-495B-9A67-A5F3F883D5D9}" type="presParOf" srcId="{4EFDDBA6-8E57-4319-A147-419B76484B3C}" destId="{06309DDD-1749-46DE-8EDE-F93A6951D7F8}" srcOrd="2" destOrd="0" presId="urn:microsoft.com/office/officeart/2016/7/layout/LinearArrowProcessNumbered"/>
    <dgm:cxn modelId="{D26DDEAB-BA7A-4133-9BD7-F09661A52AF5}" type="presParOf" srcId="{1A5A8E9D-9828-472C-A835-E7EB4AAAA7AB}" destId="{393E84DD-EE7C-4AD6-852B-BEFA10E1E3F5}" srcOrd="9" destOrd="0" presId="urn:microsoft.com/office/officeart/2016/7/layout/LinearArrowProcessNumbered"/>
    <dgm:cxn modelId="{1A45E549-F6F2-41D2-8E97-A180A0591774}" type="presParOf" srcId="{1A5A8E9D-9828-472C-A835-E7EB4AAAA7AB}" destId="{9B84FCD0-1C91-4322-80B7-C1FB9B1CB836}" srcOrd="10" destOrd="0" presId="urn:microsoft.com/office/officeart/2016/7/layout/LinearArrowProcessNumbered"/>
    <dgm:cxn modelId="{156F92B3-CD43-42A3-ACC4-B65CBD486C3A}" type="presParOf" srcId="{9B84FCD0-1C91-4322-80B7-C1FB9B1CB836}" destId="{D8411968-F826-47F2-B32E-59FD87422D66}" srcOrd="0" destOrd="0" presId="urn:microsoft.com/office/officeart/2016/7/layout/LinearArrowProcessNumbered"/>
    <dgm:cxn modelId="{390F0352-A7D4-494F-9902-35B7E58C61A6}" type="presParOf" srcId="{9B84FCD0-1C91-4322-80B7-C1FB9B1CB836}" destId="{069C0505-80BF-4606-8508-E8AA50BDCD49}" srcOrd="1" destOrd="0" presId="urn:microsoft.com/office/officeart/2016/7/layout/LinearArrowProcessNumbered"/>
    <dgm:cxn modelId="{48C32708-ACE0-4AAA-BD49-78DF600261B8}" type="presParOf" srcId="{069C0505-80BF-4606-8508-E8AA50BDCD49}" destId="{12FEFC57-A2C1-45B6-94FC-804BE4AF3683}" srcOrd="0" destOrd="0" presId="urn:microsoft.com/office/officeart/2016/7/layout/LinearArrowProcessNumbered"/>
    <dgm:cxn modelId="{612BDCB9-A7DB-4F67-BCB1-5243860ED464}" type="presParOf" srcId="{069C0505-80BF-4606-8508-E8AA50BDCD49}" destId="{FE784010-3625-4717-9E4E-BE0F568414E9}" srcOrd="1" destOrd="0" presId="urn:microsoft.com/office/officeart/2016/7/layout/LinearArrowProcessNumbered"/>
    <dgm:cxn modelId="{AD6AF16F-DCF0-4148-86AE-6B630E30AB51}" type="presParOf" srcId="{069C0505-80BF-4606-8508-E8AA50BDCD49}" destId="{762EAB47-4DA9-456B-98AA-1BF7683FBA23}" srcOrd="2" destOrd="0" presId="urn:microsoft.com/office/officeart/2016/7/layout/LinearArrowProcessNumbered"/>
    <dgm:cxn modelId="{089231BE-ADD4-4B8F-84F5-2E8999E7CF5C}" type="presParOf" srcId="{069C0505-80BF-4606-8508-E8AA50BDCD49}" destId="{A2306E09-50CA-4BA0-A57F-8CC9B96E2935}" srcOrd="3" destOrd="0" presId="urn:microsoft.com/office/officeart/2016/7/layout/LinearArrowProcessNumbered"/>
    <dgm:cxn modelId="{DDD9733C-9101-4C54-9222-8F0F60ACC7A6}" type="presParOf" srcId="{9B84FCD0-1C91-4322-80B7-C1FB9B1CB836}" destId="{A64E3617-2D7A-4991-ABA6-FEBDEE4BDC2C}" srcOrd="2" destOrd="0" presId="urn:microsoft.com/office/officeart/2016/7/layout/LinearArrowProcessNumbered"/>
    <dgm:cxn modelId="{2E59FA98-8C8B-44DC-8365-D4C6A36DCAD3}" type="presParOf" srcId="{1A5A8E9D-9828-472C-A835-E7EB4AAAA7AB}" destId="{26FD93E5-D1D5-4122-AF6C-05D49805986D}" srcOrd="11" destOrd="0" presId="urn:microsoft.com/office/officeart/2016/7/layout/LinearArrowProcessNumbered"/>
    <dgm:cxn modelId="{434553FC-0497-4BCE-9342-94DD990F1A71}" type="presParOf" srcId="{1A5A8E9D-9828-472C-A835-E7EB4AAAA7AB}" destId="{1029986F-D13F-4A71-8BDB-361EA1D90FFA}" srcOrd="12" destOrd="0" presId="urn:microsoft.com/office/officeart/2016/7/layout/LinearArrowProcessNumbered"/>
    <dgm:cxn modelId="{567A1E9F-6D8F-4AA6-807B-A70C5754C482}" type="presParOf" srcId="{1029986F-D13F-4A71-8BDB-361EA1D90FFA}" destId="{D0D3C4BC-F593-4F38-9451-15806E8B527B}" srcOrd="0" destOrd="0" presId="urn:microsoft.com/office/officeart/2016/7/layout/LinearArrowProcessNumbered"/>
    <dgm:cxn modelId="{6FDA4734-5BF5-4A63-A631-F58043BCB875}" type="presParOf" srcId="{1029986F-D13F-4A71-8BDB-361EA1D90FFA}" destId="{EB6169AF-1699-4D44-91AF-F0AF8B305A53}" srcOrd="1" destOrd="0" presId="urn:microsoft.com/office/officeart/2016/7/layout/LinearArrowProcessNumbered"/>
    <dgm:cxn modelId="{95F74F4B-D0C2-499E-B867-F577CF8B2B9E}" type="presParOf" srcId="{EB6169AF-1699-4D44-91AF-F0AF8B305A53}" destId="{65FD1277-3D03-49A4-AA56-63E74D512EC8}" srcOrd="0" destOrd="0" presId="urn:microsoft.com/office/officeart/2016/7/layout/LinearArrowProcessNumbered"/>
    <dgm:cxn modelId="{4CD18A67-3ED7-44A6-8940-B76819D8B81A}" type="presParOf" srcId="{EB6169AF-1699-4D44-91AF-F0AF8B305A53}" destId="{96009488-16AE-441E-820A-C1C015B334C7}" srcOrd="1" destOrd="0" presId="urn:microsoft.com/office/officeart/2016/7/layout/LinearArrowProcessNumbered"/>
    <dgm:cxn modelId="{141EA2DF-874B-4014-B059-30C48BD2C64C}" type="presParOf" srcId="{EB6169AF-1699-4D44-91AF-F0AF8B305A53}" destId="{F966C9DC-ABD8-49F5-A47C-16AAA7AF0EAA}" srcOrd="2" destOrd="0" presId="urn:microsoft.com/office/officeart/2016/7/layout/LinearArrowProcessNumbered"/>
    <dgm:cxn modelId="{B58FC69F-EB8D-4905-843D-5E5B4ED7D704}" type="presParOf" srcId="{EB6169AF-1699-4D44-91AF-F0AF8B305A53}" destId="{31C0672F-BC81-4293-8E64-AB4C8BC891D7}" srcOrd="3" destOrd="0" presId="urn:microsoft.com/office/officeart/2016/7/layout/LinearArrowProcessNumbered"/>
    <dgm:cxn modelId="{150075D3-8BF5-4282-AF65-9AEA756F8B98}" type="presParOf" srcId="{1029986F-D13F-4A71-8BDB-361EA1D90FFA}" destId="{D0302757-B692-4FFA-B2CC-07502CFE0611}" srcOrd="2" destOrd="0" presId="urn:microsoft.com/office/officeart/2016/7/layout/LinearArrowProcessNumbered"/>
    <dgm:cxn modelId="{A9F2E4C2-42C8-4631-B3C0-17564313BD1E}" type="presParOf" srcId="{1A5A8E9D-9828-472C-A835-E7EB4AAAA7AB}" destId="{EBE327A7-1D16-47C1-85ED-B3EA19A3B96A}" srcOrd="13" destOrd="0" presId="urn:microsoft.com/office/officeart/2016/7/layout/LinearArrowProcessNumbered"/>
    <dgm:cxn modelId="{5DA7D888-3429-482B-BF79-692A6F26298E}" type="presParOf" srcId="{1A5A8E9D-9828-472C-A835-E7EB4AAAA7AB}" destId="{FF8CD60E-F7DA-42D7-A6E3-E0A91880ACBC}" srcOrd="14" destOrd="0" presId="urn:microsoft.com/office/officeart/2016/7/layout/LinearArrowProcessNumbered"/>
    <dgm:cxn modelId="{73BC68B2-B12C-4DE8-B273-8C3C68C5C052}" type="presParOf" srcId="{FF8CD60E-F7DA-42D7-A6E3-E0A91880ACBC}" destId="{EC2E77CD-9516-432D-8DCD-2D46C092019B}" srcOrd="0" destOrd="0" presId="urn:microsoft.com/office/officeart/2016/7/layout/LinearArrowProcessNumbered"/>
    <dgm:cxn modelId="{A4E58421-B6AA-43BE-9326-6AE02AC1697A}" type="presParOf" srcId="{FF8CD60E-F7DA-42D7-A6E3-E0A91880ACBC}" destId="{E63E36B3-DDFF-4196-A06C-4EF9CBCAD9EC}" srcOrd="1" destOrd="0" presId="urn:microsoft.com/office/officeart/2016/7/layout/LinearArrowProcessNumbered"/>
    <dgm:cxn modelId="{72038939-463D-46F5-8B6A-CC887D62EE68}" type="presParOf" srcId="{E63E36B3-DDFF-4196-A06C-4EF9CBCAD9EC}" destId="{CCB0B2C4-64E6-44AE-9B2C-FC98231364B5}" srcOrd="0" destOrd="0" presId="urn:microsoft.com/office/officeart/2016/7/layout/LinearArrowProcessNumbered"/>
    <dgm:cxn modelId="{ED47816D-CD13-4AB5-95D2-AFD190ABF626}" type="presParOf" srcId="{E63E36B3-DDFF-4196-A06C-4EF9CBCAD9EC}" destId="{EE8213FD-1B41-43F4-BED4-031F365BA31F}" srcOrd="1" destOrd="0" presId="urn:microsoft.com/office/officeart/2016/7/layout/LinearArrowProcessNumbered"/>
    <dgm:cxn modelId="{AFA7425F-561D-4B86-B000-A0DC0770DF25}" type="presParOf" srcId="{E63E36B3-DDFF-4196-A06C-4EF9CBCAD9EC}" destId="{A6816E94-3C19-4BF1-BBAD-56E67EA6743E}" srcOrd="2" destOrd="0" presId="urn:microsoft.com/office/officeart/2016/7/layout/LinearArrowProcessNumbered"/>
    <dgm:cxn modelId="{CAE31014-83F7-479F-A2FE-1C69D1207B40}" type="presParOf" srcId="{E63E36B3-DDFF-4196-A06C-4EF9CBCAD9EC}" destId="{FFB93FF6-202C-4A2E-AC7B-0C9E59DD5046}" srcOrd="3" destOrd="0" presId="urn:microsoft.com/office/officeart/2016/7/layout/LinearArrowProcessNumbered"/>
    <dgm:cxn modelId="{D7C604EA-5A54-47D0-986F-AA3FF177B6CC}" type="presParOf" srcId="{FF8CD60E-F7DA-42D7-A6E3-E0A91880ACBC}" destId="{25F91F68-0ABA-48DA-B9FD-A68EB5378A44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3C30BB2-36F5-46D7-AF39-EE13F0FDB205}" type="doc">
      <dgm:prSet loTypeId="urn:microsoft.com/office/officeart/2005/8/layout/list1" loCatId="list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A591FFA9-381C-43CC-94BE-66F8FACDBDB9}">
      <dgm:prSet/>
      <dgm:spPr/>
      <dgm:t>
        <a:bodyPr/>
        <a:lstStyle/>
        <a:p>
          <a:r>
            <a:rPr lang="en-US" b="0" i="0"/>
            <a:t>Project planning</a:t>
          </a:r>
          <a:endParaRPr lang="en-US"/>
        </a:p>
      </dgm:t>
    </dgm:pt>
    <dgm:pt modelId="{EBCB3622-F08E-4AA7-B6DA-83D1220B7E7A}" type="parTrans" cxnId="{C8654D0E-2196-4348-B6C7-18A7BF23A17E}">
      <dgm:prSet/>
      <dgm:spPr/>
      <dgm:t>
        <a:bodyPr/>
        <a:lstStyle/>
        <a:p>
          <a:endParaRPr lang="en-US"/>
        </a:p>
      </dgm:t>
    </dgm:pt>
    <dgm:pt modelId="{74EB104B-1F7B-449A-AD1D-3BBDAB678042}" type="sibTrans" cxnId="{C8654D0E-2196-4348-B6C7-18A7BF23A17E}">
      <dgm:prSet/>
      <dgm:spPr/>
      <dgm:t>
        <a:bodyPr/>
        <a:lstStyle/>
        <a:p>
          <a:endParaRPr lang="en-US"/>
        </a:p>
      </dgm:t>
    </dgm:pt>
    <dgm:pt modelId="{A1A521C8-4C56-4D31-BE7B-2152630A25B2}">
      <dgm:prSet/>
      <dgm:spPr/>
      <dgm:t>
        <a:bodyPr/>
        <a:lstStyle/>
        <a:p>
          <a:r>
            <a:rPr lang="en-US" b="0" i="0"/>
            <a:t>Git Hub-Code Management</a:t>
          </a:r>
          <a:endParaRPr lang="en-US"/>
        </a:p>
      </dgm:t>
    </dgm:pt>
    <dgm:pt modelId="{CB03184C-C9F3-420C-A5AC-141F8E1023D7}" type="parTrans" cxnId="{4B5234B7-A6B1-48BF-A22A-8B4E568FFA04}">
      <dgm:prSet/>
      <dgm:spPr/>
      <dgm:t>
        <a:bodyPr/>
        <a:lstStyle/>
        <a:p>
          <a:endParaRPr lang="en-US"/>
        </a:p>
      </dgm:t>
    </dgm:pt>
    <dgm:pt modelId="{637F3B62-BC62-4394-B5A9-CAE09DD649A7}" type="sibTrans" cxnId="{4B5234B7-A6B1-48BF-A22A-8B4E568FFA04}">
      <dgm:prSet/>
      <dgm:spPr/>
      <dgm:t>
        <a:bodyPr/>
        <a:lstStyle/>
        <a:p>
          <a:endParaRPr lang="en-US"/>
        </a:p>
      </dgm:t>
    </dgm:pt>
    <dgm:pt modelId="{B8C86764-83B8-4016-91AF-8A59DAB8BAA2}">
      <dgm:prSet/>
      <dgm:spPr/>
      <dgm:t>
        <a:bodyPr/>
        <a:lstStyle/>
        <a:p>
          <a:r>
            <a:rPr lang="en-US" b="0" i="0"/>
            <a:t>Git Hub- User Stories: Tasks Tracking</a:t>
          </a:r>
          <a:endParaRPr lang="en-US"/>
        </a:p>
      </dgm:t>
    </dgm:pt>
    <dgm:pt modelId="{2660258F-38C9-4D72-9284-627AAEBEA399}" type="parTrans" cxnId="{13A1F33F-E938-4768-A18C-E9ECF2F0D223}">
      <dgm:prSet/>
      <dgm:spPr/>
      <dgm:t>
        <a:bodyPr/>
        <a:lstStyle/>
        <a:p>
          <a:endParaRPr lang="en-US"/>
        </a:p>
      </dgm:t>
    </dgm:pt>
    <dgm:pt modelId="{741EE336-EEFD-4DAF-9114-8AF426FC2C57}" type="sibTrans" cxnId="{13A1F33F-E938-4768-A18C-E9ECF2F0D223}">
      <dgm:prSet/>
      <dgm:spPr/>
      <dgm:t>
        <a:bodyPr/>
        <a:lstStyle/>
        <a:p>
          <a:endParaRPr lang="en-US"/>
        </a:p>
      </dgm:t>
    </dgm:pt>
    <dgm:pt modelId="{F9E023E2-83E3-4314-ACD0-83108F9CD04C}">
      <dgm:prSet/>
      <dgm:spPr/>
      <dgm:t>
        <a:bodyPr/>
        <a:lstStyle/>
        <a:p>
          <a:r>
            <a:rPr lang="en-US" b="0" i="0"/>
            <a:t>Slack – Communication</a:t>
          </a:r>
          <a:endParaRPr lang="en-US"/>
        </a:p>
      </dgm:t>
    </dgm:pt>
    <dgm:pt modelId="{38216E78-8466-44A4-90CB-55887522823B}" type="parTrans" cxnId="{3A815D8C-87CC-4E43-9E65-927ACD745794}">
      <dgm:prSet/>
      <dgm:spPr/>
      <dgm:t>
        <a:bodyPr/>
        <a:lstStyle/>
        <a:p>
          <a:endParaRPr lang="en-US"/>
        </a:p>
      </dgm:t>
    </dgm:pt>
    <dgm:pt modelId="{1DEC218D-3423-42EB-B527-5B8755E94E9E}" type="sibTrans" cxnId="{3A815D8C-87CC-4E43-9E65-927ACD745794}">
      <dgm:prSet/>
      <dgm:spPr/>
      <dgm:t>
        <a:bodyPr/>
        <a:lstStyle/>
        <a:p>
          <a:endParaRPr lang="en-US"/>
        </a:p>
      </dgm:t>
    </dgm:pt>
    <dgm:pt modelId="{3C9D3AF8-C176-4B82-862B-7B47E24E327B}">
      <dgm:prSet/>
      <dgm:spPr/>
      <dgm:t>
        <a:bodyPr/>
        <a:lstStyle/>
        <a:p>
          <a:r>
            <a:rPr lang="en-US" b="0" i="0"/>
            <a:t>Idealogy</a:t>
          </a:r>
          <a:endParaRPr lang="en-US"/>
        </a:p>
      </dgm:t>
    </dgm:pt>
    <dgm:pt modelId="{18D3A225-BDD6-4ECA-97D1-9F9F02244A63}" type="parTrans" cxnId="{32F39D69-6A8B-4C27-999C-CEDFEA405C49}">
      <dgm:prSet/>
      <dgm:spPr/>
      <dgm:t>
        <a:bodyPr/>
        <a:lstStyle/>
        <a:p>
          <a:endParaRPr lang="en-US"/>
        </a:p>
      </dgm:t>
    </dgm:pt>
    <dgm:pt modelId="{7125CABB-06A7-447D-A9D9-0F3A7EB69044}" type="sibTrans" cxnId="{32F39D69-6A8B-4C27-999C-CEDFEA405C49}">
      <dgm:prSet/>
      <dgm:spPr/>
      <dgm:t>
        <a:bodyPr/>
        <a:lstStyle/>
        <a:p>
          <a:endParaRPr lang="en-US"/>
        </a:p>
      </dgm:t>
    </dgm:pt>
    <dgm:pt modelId="{652AEE9A-095C-427D-9F9B-F26720B34804}">
      <dgm:prSet/>
      <dgm:spPr/>
      <dgm:t>
        <a:bodyPr/>
        <a:lstStyle/>
        <a:p>
          <a:r>
            <a:rPr lang="en-US" b="0" i="0"/>
            <a:t>Started with creating a user authentication and login page.</a:t>
          </a:r>
          <a:endParaRPr lang="en-US"/>
        </a:p>
      </dgm:t>
    </dgm:pt>
    <dgm:pt modelId="{0CF4EA5D-3C93-41B7-818D-5DFA4ED5F9A2}" type="parTrans" cxnId="{F1D2226A-662C-4B4A-9565-8176680F5831}">
      <dgm:prSet/>
      <dgm:spPr/>
      <dgm:t>
        <a:bodyPr/>
        <a:lstStyle/>
        <a:p>
          <a:endParaRPr lang="en-US"/>
        </a:p>
      </dgm:t>
    </dgm:pt>
    <dgm:pt modelId="{C4AE3813-F45D-4145-9056-A4ADB1914707}" type="sibTrans" cxnId="{F1D2226A-662C-4B4A-9565-8176680F5831}">
      <dgm:prSet/>
      <dgm:spPr/>
      <dgm:t>
        <a:bodyPr/>
        <a:lstStyle/>
        <a:p>
          <a:endParaRPr lang="en-US"/>
        </a:p>
      </dgm:t>
    </dgm:pt>
    <dgm:pt modelId="{F0EB744F-DAD2-4E8A-A688-A911849651F4}">
      <dgm:prSet/>
      <dgm:spPr/>
      <dgm:t>
        <a:bodyPr/>
        <a:lstStyle/>
        <a:p>
          <a:r>
            <a:rPr lang="en-US" b="0" i="0"/>
            <a:t>Created the database schema using Prisma ORM</a:t>
          </a:r>
          <a:endParaRPr lang="en-US"/>
        </a:p>
      </dgm:t>
    </dgm:pt>
    <dgm:pt modelId="{705C15CE-E101-4297-9061-02D957B777C0}" type="parTrans" cxnId="{BB9FBF1D-5F0F-4CC7-9ADB-A318D172ADC3}">
      <dgm:prSet/>
      <dgm:spPr/>
      <dgm:t>
        <a:bodyPr/>
        <a:lstStyle/>
        <a:p>
          <a:endParaRPr lang="en-US"/>
        </a:p>
      </dgm:t>
    </dgm:pt>
    <dgm:pt modelId="{B04F0757-EABC-40CB-A2C8-D273FAA3E774}" type="sibTrans" cxnId="{BB9FBF1D-5F0F-4CC7-9ADB-A318D172ADC3}">
      <dgm:prSet/>
      <dgm:spPr/>
      <dgm:t>
        <a:bodyPr/>
        <a:lstStyle/>
        <a:p>
          <a:endParaRPr lang="en-US"/>
        </a:p>
      </dgm:t>
    </dgm:pt>
    <dgm:pt modelId="{63FF8743-691D-4405-B66E-C59FAC29DDAB}">
      <dgm:prSet/>
      <dgm:spPr/>
      <dgm:t>
        <a:bodyPr/>
        <a:lstStyle/>
        <a:p>
          <a:r>
            <a:rPr lang="en-US" b="0" i="0"/>
            <a:t>Implemented a ‘collector’ to fetch quotes from OpenAI’s API, followed by ‘analyzer’ that will analyze these quotes as per user moods</a:t>
          </a:r>
          <a:endParaRPr lang="en-US"/>
        </a:p>
      </dgm:t>
    </dgm:pt>
    <dgm:pt modelId="{DA38E926-D386-4195-87E3-FB2B4ED8E886}" type="parTrans" cxnId="{835687EE-066B-40CE-8B7A-76FBFE7F5719}">
      <dgm:prSet/>
      <dgm:spPr/>
      <dgm:t>
        <a:bodyPr/>
        <a:lstStyle/>
        <a:p>
          <a:endParaRPr lang="en-US"/>
        </a:p>
      </dgm:t>
    </dgm:pt>
    <dgm:pt modelId="{7BA63D93-2302-4E53-98DF-AB7C1FA53E30}" type="sibTrans" cxnId="{835687EE-066B-40CE-8B7A-76FBFE7F5719}">
      <dgm:prSet/>
      <dgm:spPr/>
      <dgm:t>
        <a:bodyPr/>
        <a:lstStyle/>
        <a:p>
          <a:endParaRPr lang="en-US"/>
        </a:p>
      </dgm:t>
    </dgm:pt>
    <dgm:pt modelId="{8BD187FB-433E-4564-8819-14CAA737BB34}" type="pres">
      <dgm:prSet presAssocID="{E3C30BB2-36F5-46D7-AF39-EE13F0FDB205}" presName="linear" presStyleCnt="0">
        <dgm:presLayoutVars>
          <dgm:dir/>
          <dgm:animLvl val="lvl"/>
          <dgm:resizeHandles val="exact"/>
        </dgm:presLayoutVars>
      </dgm:prSet>
      <dgm:spPr/>
    </dgm:pt>
    <dgm:pt modelId="{3B927750-B0FB-451A-891D-1E953F4A20D3}" type="pres">
      <dgm:prSet presAssocID="{A591FFA9-381C-43CC-94BE-66F8FACDBDB9}" presName="parentLin" presStyleCnt="0"/>
      <dgm:spPr/>
    </dgm:pt>
    <dgm:pt modelId="{7CA669E6-894E-45B5-AAC9-35061D498955}" type="pres">
      <dgm:prSet presAssocID="{A591FFA9-381C-43CC-94BE-66F8FACDBDB9}" presName="parentLeftMargin" presStyleLbl="node1" presStyleIdx="0" presStyleCnt="2"/>
      <dgm:spPr/>
    </dgm:pt>
    <dgm:pt modelId="{1AC2405C-4F61-42A5-AEAC-2C2B6F2C3539}" type="pres">
      <dgm:prSet presAssocID="{A591FFA9-381C-43CC-94BE-66F8FACDBDB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9AC0FA9-7877-4985-AC21-C11A7FEAA7C9}" type="pres">
      <dgm:prSet presAssocID="{A591FFA9-381C-43CC-94BE-66F8FACDBDB9}" presName="negativeSpace" presStyleCnt="0"/>
      <dgm:spPr/>
    </dgm:pt>
    <dgm:pt modelId="{A4116BEC-E235-44C1-86BA-2AF1C30E109C}" type="pres">
      <dgm:prSet presAssocID="{A591FFA9-381C-43CC-94BE-66F8FACDBDB9}" presName="childText" presStyleLbl="conFgAcc1" presStyleIdx="0" presStyleCnt="2">
        <dgm:presLayoutVars>
          <dgm:bulletEnabled val="1"/>
        </dgm:presLayoutVars>
      </dgm:prSet>
      <dgm:spPr/>
    </dgm:pt>
    <dgm:pt modelId="{AF6B4EE1-D002-4459-BA15-C764CD8A237C}" type="pres">
      <dgm:prSet presAssocID="{74EB104B-1F7B-449A-AD1D-3BBDAB678042}" presName="spaceBetweenRectangles" presStyleCnt="0"/>
      <dgm:spPr/>
    </dgm:pt>
    <dgm:pt modelId="{7DDC05FD-1BC9-48BA-8E2C-77C5D83FD933}" type="pres">
      <dgm:prSet presAssocID="{3C9D3AF8-C176-4B82-862B-7B47E24E327B}" presName="parentLin" presStyleCnt="0"/>
      <dgm:spPr/>
    </dgm:pt>
    <dgm:pt modelId="{DD08F510-8080-4894-9CF5-03BA6C3B5B47}" type="pres">
      <dgm:prSet presAssocID="{3C9D3AF8-C176-4B82-862B-7B47E24E327B}" presName="parentLeftMargin" presStyleLbl="node1" presStyleIdx="0" presStyleCnt="2"/>
      <dgm:spPr/>
    </dgm:pt>
    <dgm:pt modelId="{4E670CDA-01BC-4E52-957C-672BDDF0DE8A}" type="pres">
      <dgm:prSet presAssocID="{3C9D3AF8-C176-4B82-862B-7B47E24E327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088CA2A-02CA-417B-A3F7-BC2EC0959801}" type="pres">
      <dgm:prSet presAssocID="{3C9D3AF8-C176-4B82-862B-7B47E24E327B}" presName="negativeSpace" presStyleCnt="0"/>
      <dgm:spPr/>
    </dgm:pt>
    <dgm:pt modelId="{A87EEA79-9AB5-4680-A47D-49A2332BE637}" type="pres">
      <dgm:prSet presAssocID="{3C9D3AF8-C176-4B82-862B-7B47E24E327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8654D0E-2196-4348-B6C7-18A7BF23A17E}" srcId="{E3C30BB2-36F5-46D7-AF39-EE13F0FDB205}" destId="{A591FFA9-381C-43CC-94BE-66F8FACDBDB9}" srcOrd="0" destOrd="0" parTransId="{EBCB3622-F08E-4AA7-B6DA-83D1220B7E7A}" sibTransId="{74EB104B-1F7B-449A-AD1D-3BBDAB678042}"/>
    <dgm:cxn modelId="{BB9FBF1D-5F0F-4CC7-9ADB-A318D172ADC3}" srcId="{3C9D3AF8-C176-4B82-862B-7B47E24E327B}" destId="{F0EB744F-DAD2-4E8A-A688-A911849651F4}" srcOrd="1" destOrd="0" parTransId="{705C15CE-E101-4297-9061-02D957B777C0}" sibTransId="{B04F0757-EABC-40CB-A2C8-D273FAA3E774}"/>
    <dgm:cxn modelId="{6BC12523-9397-45B0-A92A-F88014FC624A}" type="presOf" srcId="{A591FFA9-381C-43CC-94BE-66F8FACDBDB9}" destId="{7CA669E6-894E-45B5-AAC9-35061D498955}" srcOrd="0" destOrd="0" presId="urn:microsoft.com/office/officeart/2005/8/layout/list1"/>
    <dgm:cxn modelId="{13A1F33F-E938-4768-A18C-E9ECF2F0D223}" srcId="{A591FFA9-381C-43CC-94BE-66F8FACDBDB9}" destId="{B8C86764-83B8-4016-91AF-8A59DAB8BAA2}" srcOrd="1" destOrd="0" parTransId="{2660258F-38C9-4D72-9284-627AAEBEA399}" sibTransId="{741EE336-EEFD-4DAF-9114-8AF426FC2C57}"/>
    <dgm:cxn modelId="{FCBD185F-0E8A-4B10-8289-C8E2F00580A5}" type="presOf" srcId="{3C9D3AF8-C176-4B82-862B-7B47E24E327B}" destId="{4E670CDA-01BC-4E52-957C-672BDDF0DE8A}" srcOrd="1" destOrd="0" presId="urn:microsoft.com/office/officeart/2005/8/layout/list1"/>
    <dgm:cxn modelId="{24090464-A966-41B4-9799-0E0434581738}" type="presOf" srcId="{A1A521C8-4C56-4D31-BE7B-2152630A25B2}" destId="{A4116BEC-E235-44C1-86BA-2AF1C30E109C}" srcOrd="0" destOrd="0" presId="urn:microsoft.com/office/officeart/2005/8/layout/list1"/>
    <dgm:cxn modelId="{32F39D69-6A8B-4C27-999C-CEDFEA405C49}" srcId="{E3C30BB2-36F5-46D7-AF39-EE13F0FDB205}" destId="{3C9D3AF8-C176-4B82-862B-7B47E24E327B}" srcOrd="1" destOrd="0" parTransId="{18D3A225-BDD6-4ECA-97D1-9F9F02244A63}" sibTransId="{7125CABB-06A7-447D-A9D9-0F3A7EB69044}"/>
    <dgm:cxn modelId="{F1D2226A-662C-4B4A-9565-8176680F5831}" srcId="{3C9D3AF8-C176-4B82-862B-7B47E24E327B}" destId="{652AEE9A-095C-427D-9F9B-F26720B34804}" srcOrd="0" destOrd="0" parTransId="{0CF4EA5D-3C93-41B7-818D-5DFA4ED5F9A2}" sibTransId="{C4AE3813-F45D-4145-9056-A4ADB1914707}"/>
    <dgm:cxn modelId="{AFCCFB72-821F-47E5-AB65-C61D367121C8}" type="presOf" srcId="{A591FFA9-381C-43CC-94BE-66F8FACDBDB9}" destId="{1AC2405C-4F61-42A5-AEAC-2C2B6F2C3539}" srcOrd="1" destOrd="0" presId="urn:microsoft.com/office/officeart/2005/8/layout/list1"/>
    <dgm:cxn modelId="{3A815D8C-87CC-4E43-9E65-927ACD745794}" srcId="{A591FFA9-381C-43CC-94BE-66F8FACDBDB9}" destId="{F9E023E2-83E3-4314-ACD0-83108F9CD04C}" srcOrd="2" destOrd="0" parTransId="{38216E78-8466-44A4-90CB-55887522823B}" sibTransId="{1DEC218D-3423-42EB-B527-5B8755E94E9E}"/>
    <dgm:cxn modelId="{F8959695-8D70-4C80-B230-BC5F92C8C0A5}" type="presOf" srcId="{63FF8743-691D-4405-B66E-C59FAC29DDAB}" destId="{A87EEA79-9AB5-4680-A47D-49A2332BE637}" srcOrd="0" destOrd="2" presId="urn:microsoft.com/office/officeart/2005/8/layout/list1"/>
    <dgm:cxn modelId="{1CAC2E9C-C5D7-40D3-BFF2-19AE742FB720}" type="presOf" srcId="{3C9D3AF8-C176-4B82-862B-7B47E24E327B}" destId="{DD08F510-8080-4894-9CF5-03BA6C3B5B47}" srcOrd="0" destOrd="0" presId="urn:microsoft.com/office/officeart/2005/8/layout/list1"/>
    <dgm:cxn modelId="{120E7C9D-C9D1-4C71-8D10-5AC0D54A445B}" type="presOf" srcId="{F0EB744F-DAD2-4E8A-A688-A911849651F4}" destId="{A87EEA79-9AB5-4680-A47D-49A2332BE637}" srcOrd="0" destOrd="1" presId="urn:microsoft.com/office/officeart/2005/8/layout/list1"/>
    <dgm:cxn modelId="{4B5234B7-A6B1-48BF-A22A-8B4E568FFA04}" srcId="{A591FFA9-381C-43CC-94BE-66F8FACDBDB9}" destId="{A1A521C8-4C56-4D31-BE7B-2152630A25B2}" srcOrd="0" destOrd="0" parTransId="{CB03184C-C9F3-420C-A5AC-141F8E1023D7}" sibTransId="{637F3B62-BC62-4394-B5A9-CAE09DD649A7}"/>
    <dgm:cxn modelId="{559E65C8-8771-4D18-8148-8553DB3A4AE0}" type="presOf" srcId="{B8C86764-83B8-4016-91AF-8A59DAB8BAA2}" destId="{A4116BEC-E235-44C1-86BA-2AF1C30E109C}" srcOrd="0" destOrd="1" presId="urn:microsoft.com/office/officeart/2005/8/layout/list1"/>
    <dgm:cxn modelId="{C58C75E6-B261-4FDC-B6DA-DEF592A35D31}" type="presOf" srcId="{652AEE9A-095C-427D-9F9B-F26720B34804}" destId="{A87EEA79-9AB5-4680-A47D-49A2332BE637}" srcOrd="0" destOrd="0" presId="urn:microsoft.com/office/officeart/2005/8/layout/list1"/>
    <dgm:cxn modelId="{539D9DE7-A7FF-413D-8BC4-349437D0FD9E}" type="presOf" srcId="{E3C30BB2-36F5-46D7-AF39-EE13F0FDB205}" destId="{8BD187FB-433E-4564-8819-14CAA737BB34}" srcOrd="0" destOrd="0" presId="urn:microsoft.com/office/officeart/2005/8/layout/list1"/>
    <dgm:cxn modelId="{64A86FE8-6E3E-49C5-AB65-BC75FA367EF6}" type="presOf" srcId="{F9E023E2-83E3-4314-ACD0-83108F9CD04C}" destId="{A4116BEC-E235-44C1-86BA-2AF1C30E109C}" srcOrd="0" destOrd="2" presId="urn:microsoft.com/office/officeart/2005/8/layout/list1"/>
    <dgm:cxn modelId="{835687EE-066B-40CE-8B7A-76FBFE7F5719}" srcId="{3C9D3AF8-C176-4B82-862B-7B47E24E327B}" destId="{63FF8743-691D-4405-B66E-C59FAC29DDAB}" srcOrd="2" destOrd="0" parTransId="{DA38E926-D386-4195-87E3-FB2B4ED8E886}" sibTransId="{7BA63D93-2302-4E53-98DF-AB7C1FA53E30}"/>
    <dgm:cxn modelId="{FB7B3445-C8D3-4C66-906B-B20443DF0510}" type="presParOf" srcId="{8BD187FB-433E-4564-8819-14CAA737BB34}" destId="{3B927750-B0FB-451A-891D-1E953F4A20D3}" srcOrd="0" destOrd="0" presId="urn:microsoft.com/office/officeart/2005/8/layout/list1"/>
    <dgm:cxn modelId="{17981971-4A8D-4B5E-B094-09365FBE7BAC}" type="presParOf" srcId="{3B927750-B0FB-451A-891D-1E953F4A20D3}" destId="{7CA669E6-894E-45B5-AAC9-35061D498955}" srcOrd="0" destOrd="0" presId="urn:microsoft.com/office/officeart/2005/8/layout/list1"/>
    <dgm:cxn modelId="{0B02E4C2-70B3-46C9-A78E-1A3A0EC39574}" type="presParOf" srcId="{3B927750-B0FB-451A-891D-1E953F4A20D3}" destId="{1AC2405C-4F61-42A5-AEAC-2C2B6F2C3539}" srcOrd="1" destOrd="0" presId="urn:microsoft.com/office/officeart/2005/8/layout/list1"/>
    <dgm:cxn modelId="{F1C6B8D0-6BF3-4AD8-B796-09ED2F8DB729}" type="presParOf" srcId="{8BD187FB-433E-4564-8819-14CAA737BB34}" destId="{09AC0FA9-7877-4985-AC21-C11A7FEAA7C9}" srcOrd="1" destOrd="0" presId="urn:microsoft.com/office/officeart/2005/8/layout/list1"/>
    <dgm:cxn modelId="{6B99A109-3B12-4997-9949-A5EFAB6C1086}" type="presParOf" srcId="{8BD187FB-433E-4564-8819-14CAA737BB34}" destId="{A4116BEC-E235-44C1-86BA-2AF1C30E109C}" srcOrd="2" destOrd="0" presId="urn:microsoft.com/office/officeart/2005/8/layout/list1"/>
    <dgm:cxn modelId="{66424DCB-1D8E-4B5F-97E3-44F19A5A8CF5}" type="presParOf" srcId="{8BD187FB-433E-4564-8819-14CAA737BB34}" destId="{AF6B4EE1-D002-4459-BA15-C764CD8A237C}" srcOrd="3" destOrd="0" presId="urn:microsoft.com/office/officeart/2005/8/layout/list1"/>
    <dgm:cxn modelId="{2EC785E5-F39D-4F11-969B-BE498C9AC249}" type="presParOf" srcId="{8BD187FB-433E-4564-8819-14CAA737BB34}" destId="{7DDC05FD-1BC9-48BA-8E2C-77C5D83FD933}" srcOrd="4" destOrd="0" presId="urn:microsoft.com/office/officeart/2005/8/layout/list1"/>
    <dgm:cxn modelId="{9C91FBF2-0B93-4BEF-B598-8E39B9C24EAE}" type="presParOf" srcId="{7DDC05FD-1BC9-48BA-8E2C-77C5D83FD933}" destId="{DD08F510-8080-4894-9CF5-03BA6C3B5B47}" srcOrd="0" destOrd="0" presId="urn:microsoft.com/office/officeart/2005/8/layout/list1"/>
    <dgm:cxn modelId="{69B61552-2FE8-4CDA-875D-9135435AA53A}" type="presParOf" srcId="{7DDC05FD-1BC9-48BA-8E2C-77C5D83FD933}" destId="{4E670CDA-01BC-4E52-957C-672BDDF0DE8A}" srcOrd="1" destOrd="0" presId="urn:microsoft.com/office/officeart/2005/8/layout/list1"/>
    <dgm:cxn modelId="{53A27C84-C638-488D-B882-4B456DDCC393}" type="presParOf" srcId="{8BD187FB-433E-4564-8819-14CAA737BB34}" destId="{6088CA2A-02CA-417B-A3F7-BC2EC0959801}" srcOrd="5" destOrd="0" presId="urn:microsoft.com/office/officeart/2005/8/layout/list1"/>
    <dgm:cxn modelId="{747439EB-D654-42A7-8D39-F6BC6A44F492}" type="presParOf" srcId="{8BD187FB-433E-4564-8819-14CAA737BB34}" destId="{A87EEA79-9AB5-4680-A47D-49A2332BE63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E1C683-51A2-43BE-B841-746187F0A429}">
      <dsp:nvSpPr>
        <dsp:cNvPr id="0" name=""/>
        <dsp:cNvSpPr/>
      </dsp:nvSpPr>
      <dsp:spPr>
        <a:xfrm>
          <a:off x="682800" y="732164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961F2D-051E-441D-9110-7181FC3E15EE}">
      <dsp:nvSpPr>
        <dsp:cNvPr id="0" name=""/>
        <dsp:cNvSpPr/>
      </dsp:nvSpPr>
      <dsp:spPr>
        <a:xfrm>
          <a:off x="187800" y="181224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Supports user’s mental health through daily journaling and affirmations</a:t>
          </a:r>
          <a:endParaRPr lang="en-US" sz="1300" kern="1200"/>
        </a:p>
      </dsp:txBody>
      <dsp:txXfrm>
        <a:off x="187800" y="1812243"/>
        <a:ext cx="1800000" cy="720000"/>
      </dsp:txXfrm>
    </dsp:sp>
    <dsp:sp modelId="{2CF4B016-7286-4FA1-A904-65C87EA6B069}">
      <dsp:nvSpPr>
        <dsp:cNvPr id="0" name=""/>
        <dsp:cNvSpPr/>
      </dsp:nvSpPr>
      <dsp:spPr>
        <a:xfrm>
          <a:off x="2797800" y="732164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E3DF2-B5DC-4A2F-B1D9-BA97D7E8204E}">
      <dsp:nvSpPr>
        <dsp:cNvPr id="0" name=""/>
        <dsp:cNvSpPr/>
      </dsp:nvSpPr>
      <dsp:spPr>
        <a:xfrm>
          <a:off x="2302800" y="181224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Users can make daily journal entries as per their current mood</a:t>
          </a:r>
          <a:endParaRPr lang="en-US" sz="1300" kern="1200"/>
        </a:p>
      </dsp:txBody>
      <dsp:txXfrm>
        <a:off x="2302800" y="1812243"/>
        <a:ext cx="1800000" cy="720000"/>
      </dsp:txXfrm>
    </dsp:sp>
    <dsp:sp modelId="{A2EF6E43-2EA3-4D27-BE53-6B60BFFC5C09}">
      <dsp:nvSpPr>
        <dsp:cNvPr id="0" name=""/>
        <dsp:cNvSpPr/>
      </dsp:nvSpPr>
      <dsp:spPr>
        <a:xfrm>
          <a:off x="4912800" y="732164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A68676-BEEA-4D88-86FA-EA718A87A6E0}">
      <dsp:nvSpPr>
        <dsp:cNvPr id="0" name=""/>
        <dsp:cNvSpPr/>
      </dsp:nvSpPr>
      <dsp:spPr>
        <a:xfrm>
          <a:off x="4417800" y="181224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The app will generate affirmations tailored for each user as per their mood</a:t>
          </a:r>
          <a:endParaRPr lang="en-US" sz="1300" kern="1200"/>
        </a:p>
      </dsp:txBody>
      <dsp:txXfrm>
        <a:off x="4417800" y="1812243"/>
        <a:ext cx="1800000" cy="720000"/>
      </dsp:txXfrm>
    </dsp:sp>
    <dsp:sp modelId="{821A3324-D664-42A1-B467-ECAAB9251521}">
      <dsp:nvSpPr>
        <dsp:cNvPr id="0" name=""/>
        <dsp:cNvSpPr/>
      </dsp:nvSpPr>
      <dsp:spPr>
        <a:xfrm>
          <a:off x="7027800" y="732164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0C0A14-C52D-4864-A25C-AA30E5106F00}">
      <dsp:nvSpPr>
        <dsp:cNvPr id="0" name=""/>
        <dsp:cNvSpPr/>
      </dsp:nvSpPr>
      <dsp:spPr>
        <a:xfrm>
          <a:off x="6532800" y="181224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0" i="0" kern="1200"/>
            <a:t>Main purpose of the app is to promote retrospection and emotional well-being</a:t>
          </a:r>
          <a:endParaRPr lang="en-US" sz="1300" kern="1200"/>
        </a:p>
      </dsp:txBody>
      <dsp:txXfrm>
        <a:off x="6532800" y="1812243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B10768-0385-4DDF-8ED3-D11889F55F2B}">
      <dsp:nvSpPr>
        <dsp:cNvPr id="0" name=""/>
        <dsp:cNvSpPr/>
      </dsp:nvSpPr>
      <dsp:spPr>
        <a:xfrm>
          <a:off x="84318" y="1079355"/>
          <a:ext cx="1105697" cy="110569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74F9D-5531-4726-9281-6A404BAE76B2}">
      <dsp:nvSpPr>
        <dsp:cNvPr id="0" name=""/>
        <dsp:cNvSpPr/>
      </dsp:nvSpPr>
      <dsp:spPr>
        <a:xfrm>
          <a:off x="316514" y="1311551"/>
          <a:ext cx="641304" cy="6413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792E50-29B9-4F2E-8FA0-5EEC24112B8A}">
      <dsp:nvSpPr>
        <dsp:cNvPr id="0" name=""/>
        <dsp:cNvSpPr/>
      </dsp:nvSpPr>
      <dsp:spPr>
        <a:xfrm>
          <a:off x="1426950" y="1079355"/>
          <a:ext cx="2606286" cy="1105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Affirmations generated using OpenAI API as per the mood input by the user</a:t>
          </a:r>
        </a:p>
      </dsp:txBody>
      <dsp:txXfrm>
        <a:off x="1426950" y="1079355"/>
        <a:ext cx="2606286" cy="1105697"/>
      </dsp:txXfrm>
    </dsp:sp>
    <dsp:sp modelId="{19CC5177-5150-49A5-BF6B-980836E5305E}">
      <dsp:nvSpPr>
        <dsp:cNvPr id="0" name=""/>
        <dsp:cNvSpPr/>
      </dsp:nvSpPr>
      <dsp:spPr>
        <a:xfrm>
          <a:off x="4487362" y="1079355"/>
          <a:ext cx="1105697" cy="1105697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7B0CDD-936D-4AAD-841A-021967CCEED4}">
      <dsp:nvSpPr>
        <dsp:cNvPr id="0" name=""/>
        <dsp:cNvSpPr/>
      </dsp:nvSpPr>
      <dsp:spPr>
        <a:xfrm>
          <a:off x="4719559" y="1311551"/>
          <a:ext cx="641304" cy="6413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43BE2E-07B6-4530-B256-0AD4BBA1DAC2}">
      <dsp:nvSpPr>
        <dsp:cNvPr id="0" name=""/>
        <dsp:cNvSpPr/>
      </dsp:nvSpPr>
      <dsp:spPr>
        <a:xfrm>
          <a:off x="5829995" y="1079355"/>
          <a:ext cx="2606286" cy="11056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Emphasis on user privacy as the journal entries are private.</a:t>
          </a:r>
        </a:p>
      </dsp:txBody>
      <dsp:txXfrm>
        <a:off x="5829995" y="1079355"/>
        <a:ext cx="2606286" cy="110569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A0B730-3BD8-47F4-BD69-5595ABFA2D9E}">
      <dsp:nvSpPr>
        <dsp:cNvPr id="0" name=""/>
        <dsp:cNvSpPr/>
      </dsp:nvSpPr>
      <dsp:spPr>
        <a:xfrm>
          <a:off x="556656" y="566555"/>
          <a:ext cx="441899" cy="71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01B6B7A-A1DA-4067-A39B-9C06A1BCD733}">
      <dsp:nvSpPr>
        <dsp:cNvPr id="0" name=""/>
        <dsp:cNvSpPr/>
      </dsp:nvSpPr>
      <dsp:spPr>
        <a:xfrm>
          <a:off x="1025070" y="529471"/>
          <a:ext cx="50818" cy="95443"/>
        </a:xfrm>
        <a:prstGeom prst="chevron">
          <a:avLst>
            <a:gd name="adj" fmla="val 9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02374AF-1E50-4960-AF4A-58B9218DCE99}">
      <dsp:nvSpPr>
        <dsp:cNvPr id="0" name=""/>
        <dsp:cNvSpPr/>
      </dsp:nvSpPr>
      <dsp:spPr>
        <a:xfrm>
          <a:off x="319073" y="384245"/>
          <a:ext cx="364691" cy="364691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152" tIns="14152" rIns="14152" bIns="1415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1</a:t>
          </a:r>
        </a:p>
      </dsp:txBody>
      <dsp:txXfrm>
        <a:off x="372481" y="437653"/>
        <a:ext cx="257875" cy="257875"/>
      </dsp:txXfrm>
    </dsp:sp>
    <dsp:sp modelId="{BDE9CAA6-7B76-450B-B93F-1C4AD341A07E}">
      <dsp:nvSpPr>
        <dsp:cNvPr id="0" name=""/>
        <dsp:cNvSpPr/>
      </dsp:nvSpPr>
      <dsp:spPr>
        <a:xfrm>
          <a:off x="4282" y="914524"/>
          <a:ext cx="99427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429" tIns="165100" rIns="78429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Secure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User-</a:t>
          </a:r>
          <a:r>
            <a:rPr lang="en-US" sz="1050" b="0" i="0" kern="1200" dirty="0"/>
            <a:t>authentication</a:t>
          </a:r>
          <a:endParaRPr lang="en-US" sz="1050" kern="1200" dirty="0"/>
        </a:p>
      </dsp:txBody>
      <dsp:txXfrm>
        <a:off x="4282" y="1113379"/>
        <a:ext cx="994274" cy="1766745"/>
      </dsp:txXfrm>
    </dsp:sp>
    <dsp:sp modelId="{299FE19D-1A50-4D71-AF02-9A453454FAAB}">
      <dsp:nvSpPr>
        <dsp:cNvPr id="0" name=""/>
        <dsp:cNvSpPr/>
      </dsp:nvSpPr>
      <dsp:spPr>
        <a:xfrm>
          <a:off x="1109031" y="566567"/>
          <a:ext cx="994274" cy="72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DD7D972-EC80-4B0F-939D-3ABAD560236E}">
      <dsp:nvSpPr>
        <dsp:cNvPr id="0" name=""/>
        <dsp:cNvSpPr/>
      </dsp:nvSpPr>
      <dsp:spPr>
        <a:xfrm>
          <a:off x="2129819" y="529481"/>
          <a:ext cx="50818" cy="95457"/>
        </a:xfrm>
        <a:prstGeom prst="chevron">
          <a:avLst>
            <a:gd name="adj" fmla="val 9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5EC6162-E7E1-4926-A484-C40453B743F6}">
      <dsp:nvSpPr>
        <dsp:cNvPr id="0" name=""/>
        <dsp:cNvSpPr/>
      </dsp:nvSpPr>
      <dsp:spPr>
        <a:xfrm>
          <a:off x="1423822" y="384258"/>
          <a:ext cx="364691" cy="364691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152" tIns="14152" rIns="14152" bIns="1415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2</a:t>
          </a:r>
        </a:p>
      </dsp:txBody>
      <dsp:txXfrm>
        <a:off x="1477230" y="437666"/>
        <a:ext cx="257875" cy="257875"/>
      </dsp:txXfrm>
    </dsp:sp>
    <dsp:sp modelId="{3281E833-58C5-4FB0-9DE2-594FC9A1EB00}">
      <dsp:nvSpPr>
        <dsp:cNvPr id="0" name=""/>
        <dsp:cNvSpPr/>
      </dsp:nvSpPr>
      <dsp:spPr>
        <a:xfrm>
          <a:off x="1109031" y="914562"/>
          <a:ext cx="99427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429" tIns="165100" rIns="78429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Daily journaling to record user's feelings for mood tracking</a:t>
          </a:r>
          <a:endParaRPr lang="en-US" sz="1100" kern="1200" dirty="0"/>
        </a:p>
      </dsp:txBody>
      <dsp:txXfrm>
        <a:off x="1109031" y="1113417"/>
        <a:ext cx="994274" cy="1766745"/>
      </dsp:txXfrm>
    </dsp:sp>
    <dsp:sp modelId="{38B79A84-8B17-49DB-A614-31D1FEADF9C9}">
      <dsp:nvSpPr>
        <dsp:cNvPr id="0" name=""/>
        <dsp:cNvSpPr/>
      </dsp:nvSpPr>
      <dsp:spPr>
        <a:xfrm>
          <a:off x="2213780" y="566567"/>
          <a:ext cx="994274" cy="72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1FF9DE5-D1A6-4C55-ADC9-4188A7DEBD70}">
      <dsp:nvSpPr>
        <dsp:cNvPr id="0" name=""/>
        <dsp:cNvSpPr/>
      </dsp:nvSpPr>
      <dsp:spPr>
        <a:xfrm>
          <a:off x="3234569" y="529481"/>
          <a:ext cx="50818" cy="95457"/>
        </a:xfrm>
        <a:prstGeom prst="chevron">
          <a:avLst>
            <a:gd name="adj" fmla="val 9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D263A81-8D02-4FF5-9BF8-D82E491DA0F4}">
      <dsp:nvSpPr>
        <dsp:cNvPr id="0" name=""/>
        <dsp:cNvSpPr/>
      </dsp:nvSpPr>
      <dsp:spPr>
        <a:xfrm>
          <a:off x="2528572" y="384258"/>
          <a:ext cx="364691" cy="364691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152" tIns="14152" rIns="14152" bIns="1415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</a:t>
          </a:r>
        </a:p>
      </dsp:txBody>
      <dsp:txXfrm>
        <a:off x="2581980" y="437666"/>
        <a:ext cx="257875" cy="257875"/>
      </dsp:txXfrm>
    </dsp:sp>
    <dsp:sp modelId="{3464140D-4CCF-44FB-BAF7-DFE545894AD4}">
      <dsp:nvSpPr>
        <dsp:cNvPr id="0" name=""/>
        <dsp:cNvSpPr/>
      </dsp:nvSpPr>
      <dsp:spPr>
        <a:xfrm>
          <a:off x="2213780" y="914562"/>
          <a:ext cx="99427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429" tIns="165100" rIns="78429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Receive mood-based affirmations that match user's feelings</a:t>
          </a:r>
          <a:endParaRPr lang="en-US" sz="1100" kern="1200" dirty="0"/>
        </a:p>
      </dsp:txBody>
      <dsp:txXfrm>
        <a:off x="2213780" y="1113417"/>
        <a:ext cx="994274" cy="1766745"/>
      </dsp:txXfrm>
    </dsp:sp>
    <dsp:sp modelId="{647CE666-D59D-42B2-8B81-9F4DF2693554}">
      <dsp:nvSpPr>
        <dsp:cNvPr id="0" name=""/>
        <dsp:cNvSpPr/>
      </dsp:nvSpPr>
      <dsp:spPr>
        <a:xfrm>
          <a:off x="3318530" y="566567"/>
          <a:ext cx="994274" cy="72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60D50A5-9088-4F33-A139-79D1DAB44AFB}">
      <dsp:nvSpPr>
        <dsp:cNvPr id="0" name=""/>
        <dsp:cNvSpPr/>
      </dsp:nvSpPr>
      <dsp:spPr>
        <a:xfrm>
          <a:off x="4339318" y="529481"/>
          <a:ext cx="50818" cy="95457"/>
        </a:xfrm>
        <a:prstGeom prst="chevron">
          <a:avLst>
            <a:gd name="adj" fmla="val 9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1B8064-3C3F-463E-83FB-4C4B8C987A3D}">
      <dsp:nvSpPr>
        <dsp:cNvPr id="0" name=""/>
        <dsp:cNvSpPr/>
      </dsp:nvSpPr>
      <dsp:spPr>
        <a:xfrm>
          <a:off x="3633321" y="384258"/>
          <a:ext cx="364691" cy="364691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152" tIns="14152" rIns="14152" bIns="1415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4</a:t>
          </a:r>
        </a:p>
      </dsp:txBody>
      <dsp:txXfrm>
        <a:off x="3686729" y="437666"/>
        <a:ext cx="257875" cy="257875"/>
      </dsp:txXfrm>
    </dsp:sp>
    <dsp:sp modelId="{6BF54CB8-D37E-4895-B02F-4CB71D876A46}">
      <dsp:nvSpPr>
        <dsp:cNvPr id="0" name=""/>
        <dsp:cNvSpPr/>
      </dsp:nvSpPr>
      <dsp:spPr>
        <a:xfrm>
          <a:off x="3318530" y="914562"/>
          <a:ext cx="99427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429" tIns="165100" rIns="78429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Inspirational quotes are collected and analyzed daily</a:t>
          </a:r>
          <a:endParaRPr lang="en-US" sz="1100" kern="1200" dirty="0"/>
        </a:p>
      </dsp:txBody>
      <dsp:txXfrm>
        <a:off x="3318530" y="1113417"/>
        <a:ext cx="994274" cy="1766745"/>
      </dsp:txXfrm>
    </dsp:sp>
    <dsp:sp modelId="{793D6C4E-C0D7-4441-B3CB-E7C88BD1E5DD}">
      <dsp:nvSpPr>
        <dsp:cNvPr id="0" name=""/>
        <dsp:cNvSpPr/>
      </dsp:nvSpPr>
      <dsp:spPr>
        <a:xfrm>
          <a:off x="4423279" y="566567"/>
          <a:ext cx="994274" cy="72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A9331C6-3ED0-4E37-8540-7BE611558B39}">
      <dsp:nvSpPr>
        <dsp:cNvPr id="0" name=""/>
        <dsp:cNvSpPr/>
      </dsp:nvSpPr>
      <dsp:spPr>
        <a:xfrm>
          <a:off x="5444067" y="529481"/>
          <a:ext cx="50818" cy="95457"/>
        </a:xfrm>
        <a:prstGeom prst="chevron">
          <a:avLst>
            <a:gd name="adj" fmla="val 9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C8BA1F8-A526-4C03-9828-0378363DCEE8}">
      <dsp:nvSpPr>
        <dsp:cNvPr id="0" name=""/>
        <dsp:cNvSpPr/>
      </dsp:nvSpPr>
      <dsp:spPr>
        <a:xfrm>
          <a:off x="4738070" y="384258"/>
          <a:ext cx="364691" cy="364691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152" tIns="14152" rIns="14152" bIns="1415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5</a:t>
          </a:r>
        </a:p>
      </dsp:txBody>
      <dsp:txXfrm>
        <a:off x="4791478" y="437666"/>
        <a:ext cx="257875" cy="257875"/>
      </dsp:txXfrm>
    </dsp:sp>
    <dsp:sp modelId="{06309DDD-1749-46DE-8EDE-F93A6951D7F8}">
      <dsp:nvSpPr>
        <dsp:cNvPr id="0" name=""/>
        <dsp:cNvSpPr/>
      </dsp:nvSpPr>
      <dsp:spPr>
        <a:xfrm>
          <a:off x="4423279" y="914562"/>
          <a:ext cx="99427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429" tIns="165100" rIns="78429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Journal history to review past entries as per entry dates</a:t>
          </a:r>
          <a:endParaRPr lang="en-US" sz="1100" kern="1200" dirty="0"/>
        </a:p>
      </dsp:txBody>
      <dsp:txXfrm>
        <a:off x="4423279" y="1113417"/>
        <a:ext cx="994274" cy="1766745"/>
      </dsp:txXfrm>
    </dsp:sp>
    <dsp:sp modelId="{12FEFC57-A2C1-45B6-94FC-804BE4AF3683}">
      <dsp:nvSpPr>
        <dsp:cNvPr id="0" name=""/>
        <dsp:cNvSpPr/>
      </dsp:nvSpPr>
      <dsp:spPr>
        <a:xfrm>
          <a:off x="5528028" y="566567"/>
          <a:ext cx="994274" cy="72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E784010-3625-4717-9E4E-BE0F568414E9}">
      <dsp:nvSpPr>
        <dsp:cNvPr id="0" name=""/>
        <dsp:cNvSpPr/>
      </dsp:nvSpPr>
      <dsp:spPr>
        <a:xfrm>
          <a:off x="6548817" y="529481"/>
          <a:ext cx="50818" cy="95457"/>
        </a:xfrm>
        <a:prstGeom prst="chevron">
          <a:avLst>
            <a:gd name="adj" fmla="val 9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62EAB47-4DA9-456B-98AA-1BF7683FBA23}">
      <dsp:nvSpPr>
        <dsp:cNvPr id="0" name=""/>
        <dsp:cNvSpPr/>
      </dsp:nvSpPr>
      <dsp:spPr>
        <a:xfrm>
          <a:off x="5842820" y="384258"/>
          <a:ext cx="364691" cy="364691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152" tIns="14152" rIns="14152" bIns="1415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6</a:t>
          </a:r>
        </a:p>
      </dsp:txBody>
      <dsp:txXfrm>
        <a:off x="5896228" y="437666"/>
        <a:ext cx="257875" cy="257875"/>
      </dsp:txXfrm>
    </dsp:sp>
    <dsp:sp modelId="{A64E3617-2D7A-4991-ABA6-FEBDEE4BDC2C}">
      <dsp:nvSpPr>
        <dsp:cNvPr id="0" name=""/>
        <dsp:cNvSpPr/>
      </dsp:nvSpPr>
      <dsp:spPr>
        <a:xfrm>
          <a:off x="5528028" y="914562"/>
          <a:ext cx="99427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429" tIns="165100" rIns="78429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Mood details page to view journal entries and affirmations sorted as per mood</a:t>
          </a:r>
          <a:endParaRPr lang="en-US" sz="1100" kern="1200" dirty="0"/>
        </a:p>
      </dsp:txBody>
      <dsp:txXfrm>
        <a:off x="5528028" y="1113417"/>
        <a:ext cx="994274" cy="1766745"/>
      </dsp:txXfrm>
    </dsp:sp>
    <dsp:sp modelId="{65FD1277-3D03-49A4-AA56-63E74D512EC8}">
      <dsp:nvSpPr>
        <dsp:cNvPr id="0" name=""/>
        <dsp:cNvSpPr/>
      </dsp:nvSpPr>
      <dsp:spPr>
        <a:xfrm>
          <a:off x="6632778" y="566567"/>
          <a:ext cx="994274" cy="72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6009488-16AE-441E-820A-C1C015B334C7}">
      <dsp:nvSpPr>
        <dsp:cNvPr id="0" name=""/>
        <dsp:cNvSpPr/>
      </dsp:nvSpPr>
      <dsp:spPr>
        <a:xfrm>
          <a:off x="7653566" y="529481"/>
          <a:ext cx="50818" cy="95457"/>
        </a:xfrm>
        <a:prstGeom prst="chevron">
          <a:avLst>
            <a:gd name="adj" fmla="val 9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966C9DC-ABD8-49F5-A47C-16AAA7AF0EAA}">
      <dsp:nvSpPr>
        <dsp:cNvPr id="0" name=""/>
        <dsp:cNvSpPr/>
      </dsp:nvSpPr>
      <dsp:spPr>
        <a:xfrm>
          <a:off x="6947569" y="384258"/>
          <a:ext cx="364691" cy="364691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152" tIns="14152" rIns="14152" bIns="1415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7</a:t>
          </a:r>
        </a:p>
      </dsp:txBody>
      <dsp:txXfrm>
        <a:off x="7000977" y="437666"/>
        <a:ext cx="257875" cy="257875"/>
      </dsp:txXfrm>
    </dsp:sp>
    <dsp:sp modelId="{D0302757-B692-4FFA-B2CC-07502CFE0611}">
      <dsp:nvSpPr>
        <dsp:cNvPr id="0" name=""/>
        <dsp:cNvSpPr/>
      </dsp:nvSpPr>
      <dsp:spPr>
        <a:xfrm>
          <a:off x="6632778" y="914562"/>
          <a:ext cx="994342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435" tIns="165100" rIns="78435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Integrated a calendar feature to help users navigate through their daily journal entries</a:t>
          </a:r>
          <a:endParaRPr lang="en-US" sz="1100" kern="1200" dirty="0"/>
        </a:p>
      </dsp:txBody>
      <dsp:txXfrm>
        <a:off x="6632778" y="1113430"/>
        <a:ext cx="994342" cy="1766732"/>
      </dsp:txXfrm>
    </dsp:sp>
    <dsp:sp modelId="{CCB0B2C4-64E6-44AE-9B2C-FC98231364B5}">
      <dsp:nvSpPr>
        <dsp:cNvPr id="0" name=""/>
        <dsp:cNvSpPr/>
      </dsp:nvSpPr>
      <dsp:spPr>
        <a:xfrm>
          <a:off x="7737602" y="566567"/>
          <a:ext cx="497137" cy="72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6816E94-3C19-4BF1-BBAD-56E67EA6743E}">
      <dsp:nvSpPr>
        <dsp:cNvPr id="0" name=""/>
        <dsp:cNvSpPr/>
      </dsp:nvSpPr>
      <dsp:spPr>
        <a:xfrm>
          <a:off x="8052394" y="384258"/>
          <a:ext cx="364691" cy="364691"/>
        </a:xfrm>
        <a:prstGeom prst="ellips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152" tIns="14152" rIns="14152" bIns="14152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8</a:t>
          </a:r>
        </a:p>
      </dsp:txBody>
      <dsp:txXfrm>
        <a:off x="8105802" y="437666"/>
        <a:ext cx="257875" cy="257875"/>
      </dsp:txXfrm>
    </dsp:sp>
    <dsp:sp modelId="{25F91F68-0ABA-48DA-B9FD-A68EB5378A44}">
      <dsp:nvSpPr>
        <dsp:cNvPr id="0" name=""/>
        <dsp:cNvSpPr/>
      </dsp:nvSpPr>
      <dsp:spPr>
        <a:xfrm>
          <a:off x="7737602" y="914562"/>
          <a:ext cx="994274" cy="196560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8429" tIns="165100" rIns="78429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dirty="0"/>
            <a:t>A pie chart summarizing users' journal entries and highlights most frequent mood</a:t>
          </a:r>
          <a:endParaRPr lang="en-US" sz="1100" kern="1200" dirty="0"/>
        </a:p>
      </dsp:txBody>
      <dsp:txXfrm>
        <a:off x="7737602" y="1113417"/>
        <a:ext cx="994274" cy="17667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116BEC-E235-44C1-86BA-2AF1C30E109C}">
      <dsp:nvSpPr>
        <dsp:cNvPr id="0" name=""/>
        <dsp:cNvSpPr/>
      </dsp:nvSpPr>
      <dsp:spPr>
        <a:xfrm>
          <a:off x="0" y="329003"/>
          <a:ext cx="8520600" cy="1159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1293" tIns="333248" rIns="66129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Git Hub-Code Management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Git Hub- User Stories: Tasks Tracking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Slack – Communication</a:t>
          </a:r>
          <a:endParaRPr lang="en-US" sz="1600" kern="1200"/>
        </a:p>
      </dsp:txBody>
      <dsp:txXfrm>
        <a:off x="0" y="329003"/>
        <a:ext cx="8520600" cy="1159200"/>
      </dsp:txXfrm>
    </dsp:sp>
    <dsp:sp modelId="{1AC2405C-4F61-42A5-AEAC-2C2B6F2C3539}">
      <dsp:nvSpPr>
        <dsp:cNvPr id="0" name=""/>
        <dsp:cNvSpPr/>
      </dsp:nvSpPr>
      <dsp:spPr>
        <a:xfrm>
          <a:off x="426030" y="92843"/>
          <a:ext cx="5964420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5441" tIns="0" rIns="22544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Project planning</a:t>
          </a:r>
          <a:endParaRPr lang="en-US" sz="1600" kern="1200"/>
        </a:p>
      </dsp:txBody>
      <dsp:txXfrm>
        <a:off x="449087" y="115900"/>
        <a:ext cx="5918306" cy="426206"/>
      </dsp:txXfrm>
    </dsp:sp>
    <dsp:sp modelId="{A87EEA79-9AB5-4680-A47D-49A2332BE637}">
      <dsp:nvSpPr>
        <dsp:cNvPr id="0" name=""/>
        <dsp:cNvSpPr/>
      </dsp:nvSpPr>
      <dsp:spPr>
        <a:xfrm>
          <a:off x="0" y="1810763"/>
          <a:ext cx="8520600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1293" tIns="333248" rIns="661293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Started with creating a user authentication and login page.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Created the database schema using Prisma ORM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/>
            <a:t>Implemented a ‘collector’ to fetch quotes from OpenAI’s API, followed by ‘analyzer’ that will analyze these quotes as per user moods</a:t>
          </a:r>
          <a:endParaRPr lang="en-US" sz="1600" kern="1200"/>
        </a:p>
      </dsp:txBody>
      <dsp:txXfrm>
        <a:off x="0" y="1810763"/>
        <a:ext cx="8520600" cy="1360800"/>
      </dsp:txXfrm>
    </dsp:sp>
    <dsp:sp modelId="{4E670CDA-01BC-4E52-957C-672BDDF0DE8A}">
      <dsp:nvSpPr>
        <dsp:cNvPr id="0" name=""/>
        <dsp:cNvSpPr/>
      </dsp:nvSpPr>
      <dsp:spPr>
        <a:xfrm>
          <a:off x="426030" y="1574603"/>
          <a:ext cx="5964420" cy="4723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5441" tIns="0" rIns="22544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Idealogy</a:t>
          </a:r>
          <a:endParaRPr lang="en-US" sz="1600" kern="1200"/>
        </a:p>
      </dsp:txBody>
      <dsp:txXfrm>
        <a:off x="449087" y="1597660"/>
        <a:ext cx="5918306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830c82c9a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830c82c9a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830c82c9a8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830c82c9a8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830c82c9a8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830c82c9a8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2BCF1CA-6498-3EC7-88B5-786C9DD80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830c82c9a8_0_118:notes">
            <a:extLst>
              <a:ext uri="{FF2B5EF4-FFF2-40B4-BE49-F238E27FC236}">
                <a16:creationId xmlns:a16="http://schemas.microsoft.com/office/drawing/2014/main" id="{83FE2BD9-8E97-7321-33DA-323C4480DC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830c82c9a8_0_118:notes">
            <a:extLst>
              <a:ext uri="{FF2B5EF4-FFF2-40B4-BE49-F238E27FC236}">
                <a16:creationId xmlns:a16="http://schemas.microsoft.com/office/drawing/2014/main" id="{6314A239-90ED-29B8-9CDA-809E32235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5696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A3C6D75E-0B6F-9200-C478-681BE6416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:notes">
            <a:extLst>
              <a:ext uri="{FF2B5EF4-FFF2-40B4-BE49-F238E27FC236}">
                <a16:creationId xmlns:a16="http://schemas.microsoft.com/office/drawing/2014/main" id="{887B601D-4E72-D86E-9EBB-F60ABC0CA2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p:notes">
            <a:extLst>
              <a:ext uri="{FF2B5EF4-FFF2-40B4-BE49-F238E27FC236}">
                <a16:creationId xmlns:a16="http://schemas.microsoft.com/office/drawing/2014/main" id="{05811407-66DF-F037-9C28-8DF1C2DC57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9972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2ECB8C84-453E-F29B-EC55-3D4B4C1A2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:notes">
            <a:extLst>
              <a:ext uri="{FF2B5EF4-FFF2-40B4-BE49-F238E27FC236}">
                <a16:creationId xmlns:a16="http://schemas.microsoft.com/office/drawing/2014/main" id="{51C4A5F2-9387-70D9-2265-7F8F2DF4EB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p:notes">
            <a:extLst>
              <a:ext uri="{FF2B5EF4-FFF2-40B4-BE49-F238E27FC236}">
                <a16:creationId xmlns:a16="http://schemas.microsoft.com/office/drawing/2014/main" id="{D3AA9F39-D327-EBA9-891C-57C6B3402F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5405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EED22402-1F9F-505F-23B3-1ABB5AEFE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:notes">
            <a:extLst>
              <a:ext uri="{FF2B5EF4-FFF2-40B4-BE49-F238E27FC236}">
                <a16:creationId xmlns:a16="http://schemas.microsoft.com/office/drawing/2014/main" id="{D890EAE1-D25B-C5EA-4D15-7461AA310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p:notes">
            <a:extLst>
              <a:ext uri="{FF2B5EF4-FFF2-40B4-BE49-F238E27FC236}">
                <a16:creationId xmlns:a16="http://schemas.microsoft.com/office/drawing/2014/main" id="{13993B12-E1A6-E885-75EB-EED613BA9A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9501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4A1D5026-EA9E-5C1A-AFF3-54C0E6B1F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:notes">
            <a:extLst>
              <a:ext uri="{FF2B5EF4-FFF2-40B4-BE49-F238E27FC236}">
                <a16:creationId xmlns:a16="http://schemas.microsoft.com/office/drawing/2014/main" id="{3061F491-DF18-E52E-22C7-6F14188538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p:notes">
            <a:extLst>
              <a:ext uri="{FF2B5EF4-FFF2-40B4-BE49-F238E27FC236}">
                <a16:creationId xmlns:a16="http://schemas.microsoft.com/office/drawing/2014/main" id="{AB29B972-AAFD-DB9C-E0C9-C70C61AA50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4223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830c82c9a8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830c82c9a8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830c82c9a8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830c82c9a8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830c82c9a8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830c82c9a8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 flip="none" rotWithShape="1">
          <a:gsLst>
            <a:gs pos="0">
              <a:srgbClr val="92D050"/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692" y="1268830"/>
            <a:ext cx="8520600" cy="23643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masis MT Pro Black" panose="020F0502020204030204" pitchFamily="18" charset="0"/>
              </a:rPr>
              <a:t>MIND BLOOM</a:t>
            </a:r>
            <a:br>
              <a:rPr lang="en" dirty="0"/>
            </a:br>
            <a:r>
              <a:rPr lang="en" sz="2000" i="1" dirty="0"/>
              <a:t>Mental Health Affirmation Journal</a:t>
            </a:r>
            <a:endParaRPr i="1"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692" y="591325"/>
            <a:ext cx="8520600" cy="12862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CSCI 5828: Foundations of Software Engineering</a:t>
            </a:r>
            <a:endParaRPr dirty="0"/>
          </a:p>
          <a:p>
            <a:pPr marL="0" indent="0"/>
            <a:r>
              <a:rPr lang="en" dirty="0"/>
              <a:t>TEAM 4</a:t>
            </a:r>
            <a:endParaRPr lang="en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9FA042-DD96-F9B0-D719-7EC203E6309C}"/>
              </a:ext>
            </a:extLst>
          </p:cNvPr>
          <p:cNvSpPr txBox="1"/>
          <p:nvPr/>
        </p:nvSpPr>
        <p:spPr>
          <a:xfrm>
            <a:off x="163551" y="4063206"/>
            <a:ext cx="8757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sz="1400" b="1" dirty="0"/>
              <a:t>Team Members</a:t>
            </a:r>
            <a:r>
              <a:rPr lang="en" sz="1400" dirty="0"/>
              <a:t>: Almene, Megha, Qazim, Pranay, Rigved, Sneha</a:t>
            </a:r>
            <a:endParaRPr lang="en-US" dirty="0"/>
          </a:p>
        </p:txBody>
      </p:sp>
      <p:pic>
        <p:nvPicPr>
          <p:cNvPr id="5" name="Picture 4" descr="A silhouette of a person's head with a heart and a brain&#10;&#10;AI-generated content may be incorrect.">
            <a:extLst>
              <a:ext uri="{FF2B5EF4-FFF2-40B4-BE49-F238E27FC236}">
                <a16:creationId xmlns:a16="http://schemas.microsoft.com/office/drawing/2014/main" id="{8D0B1109-5A86-7873-CD21-8F60E9888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2168" y="1423639"/>
            <a:ext cx="2424572" cy="24245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/>
              <a:t>Project Overview</a:t>
            </a:r>
          </a:p>
        </p:txBody>
      </p:sp>
      <p:graphicFrame>
        <p:nvGraphicFramePr>
          <p:cNvPr id="64" name="Google Shape;62;p14">
            <a:extLst>
              <a:ext uri="{FF2B5EF4-FFF2-40B4-BE49-F238E27FC236}">
                <a16:creationId xmlns:a16="http://schemas.microsoft.com/office/drawing/2014/main" id="{17CC7B94-A4C7-1D07-F06A-1FD18FE52E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1784462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/>
              <a:t>Project Overview</a:t>
            </a:r>
          </a:p>
        </p:txBody>
      </p:sp>
      <p:graphicFrame>
        <p:nvGraphicFramePr>
          <p:cNvPr id="73" name="Google Shape;69;p15">
            <a:extLst>
              <a:ext uri="{FF2B5EF4-FFF2-40B4-BE49-F238E27FC236}">
                <a16:creationId xmlns:a16="http://schemas.microsoft.com/office/drawing/2014/main" id="{4AA5F27A-C191-CB0A-138C-3BDFF69880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5888750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22A8223-C94F-97AE-0F30-D75A58336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E4E6E0CC-4BED-92E3-43C9-77C97C403A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/>
              <a:t>Features</a:t>
            </a:r>
            <a:endParaRPr lang="en-US" sz="2600" dirty="0"/>
          </a:p>
        </p:txBody>
      </p:sp>
      <p:graphicFrame>
        <p:nvGraphicFramePr>
          <p:cNvPr id="73" name="Google Shape;69;p15">
            <a:extLst>
              <a:ext uri="{FF2B5EF4-FFF2-40B4-BE49-F238E27FC236}">
                <a16:creationId xmlns:a16="http://schemas.microsoft.com/office/drawing/2014/main" id="{EE95AD23-1BF0-ED8C-988F-BB862C3E7C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6956386"/>
              </p:ext>
            </p:extLst>
          </p:nvPr>
        </p:nvGraphicFramePr>
        <p:xfrm>
          <a:off x="178420" y="1208225"/>
          <a:ext cx="8846634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77458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A70E5F8A-4C8F-085A-46CC-EB7CE786B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3700EF4A-8DAC-618D-9303-76B61A3BC2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/>
              <a:t>Technologies Used</a:t>
            </a:r>
          </a:p>
        </p:txBody>
      </p:sp>
      <p:graphicFrame>
        <p:nvGraphicFramePr>
          <p:cNvPr id="77" name="Google Shape;75;p16">
            <a:extLst>
              <a:ext uri="{FF2B5EF4-FFF2-40B4-BE49-F238E27FC236}">
                <a16:creationId xmlns:a16="http://schemas.microsoft.com/office/drawing/2014/main" id="{D41868E0-BC74-CFDF-DF7B-12A9C12B46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1918556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49172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24F07515-FB39-6D2A-2CA8-F19EC5853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6932A3B5-5021-D7A5-9FB1-1F07A0A5F5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/>
              <a:t>Technologies Used</a:t>
            </a:r>
          </a:p>
        </p:txBody>
      </p:sp>
      <p:pic>
        <p:nvPicPr>
          <p:cNvPr id="3" name="Picture 2" descr="A group of logos on a white background&#10;&#10;AI-generated content may be incorrect.">
            <a:extLst>
              <a:ext uri="{FF2B5EF4-FFF2-40B4-BE49-F238E27FC236}">
                <a16:creationId xmlns:a16="http://schemas.microsoft.com/office/drawing/2014/main" id="{48AD469D-7F92-D5AD-0D49-0D38361DCD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04" r="4" b="4"/>
          <a:stretch/>
        </p:blipFill>
        <p:spPr>
          <a:xfrm>
            <a:off x="311700" y="1208225"/>
            <a:ext cx="2441879" cy="326440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E15C7537-DD95-7142-BDAB-604AA35C0D4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134579" y="1208225"/>
            <a:ext cx="5697720" cy="3264408"/>
          </a:xfrm>
        </p:spPr>
        <p:txBody>
          <a:bodyPr spcFirstLastPara="1" lIns="91425" tIns="91425" rIns="91425" bIns="91425" anchor="t" anchorCtr="0">
            <a:normAutofit/>
          </a:bodyPr>
          <a:lstStyle/>
          <a:p>
            <a:pPr marL="457200" lvl="0" indent="-31750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000" b="0" i="0" u="none" strike="noStrike" cap="none" dirty="0">
                <a:solidFill>
                  <a:schemeClr val="dk1"/>
                </a:solidFill>
              </a:rPr>
              <a:t>Languages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000" b="0" i="0" u="none" strike="noStrike" cap="none" dirty="0">
                <a:solidFill>
                  <a:schemeClr val="dk1"/>
                </a:solidFill>
              </a:rPr>
              <a:t>React, Typescript</a:t>
            </a:r>
          </a:p>
          <a:p>
            <a:pPr marL="457200" lvl="0" indent="-31750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000" b="0" i="0" u="none" strike="noStrike" cap="none" dirty="0">
                <a:solidFill>
                  <a:schemeClr val="dk1"/>
                </a:solidFill>
              </a:rPr>
              <a:t>Build tool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000" b="0" i="0" u="none" strike="noStrike" cap="none" dirty="0">
                <a:solidFill>
                  <a:schemeClr val="dk1"/>
                </a:solidFill>
              </a:rPr>
              <a:t>Vite</a:t>
            </a:r>
          </a:p>
          <a:p>
            <a:pPr marL="457200" lvl="0" indent="-31750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000" b="0" i="0" u="none" strike="noStrike" cap="none" dirty="0">
                <a:solidFill>
                  <a:schemeClr val="dk1"/>
                </a:solidFill>
              </a:rPr>
              <a:t>Testing tools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000" b="0" i="0" u="none" strike="noStrike" cap="none" dirty="0">
                <a:solidFill>
                  <a:schemeClr val="dk1"/>
                </a:solidFill>
              </a:rPr>
              <a:t>Testing done using </a:t>
            </a:r>
            <a:r>
              <a:rPr lang="en-US" sz="1000" b="0" i="0" u="none" strike="noStrike" cap="none" dirty="0" err="1">
                <a:solidFill>
                  <a:schemeClr val="dk1"/>
                </a:solidFill>
              </a:rPr>
              <a:t>Vitest</a:t>
            </a:r>
            <a:endParaRPr lang="en-US" sz="1000" b="0" i="0" u="none" strike="noStrike" cap="none" dirty="0">
              <a:solidFill>
                <a:schemeClr val="dk1"/>
              </a:solidFill>
            </a:endParaRPr>
          </a:p>
          <a:p>
            <a:pPr marL="457200" lvl="0" indent="-31750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1000" b="0" i="0" u="none" strike="noStrike" cap="none" dirty="0">
                <a:solidFill>
                  <a:schemeClr val="dk1"/>
                </a:solidFill>
              </a:rPr>
              <a:t>Front-end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000" b="0" i="0" u="none" strike="noStrike" cap="none" dirty="0">
                <a:solidFill>
                  <a:schemeClr val="dk1"/>
                </a:solidFill>
              </a:rPr>
              <a:t>Front-end built using React for an interactive UI, with Typescript to ensure least possible bugs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000" b="0" i="0" u="none" strike="noStrike" cap="none" dirty="0">
                <a:solidFill>
                  <a:schemeClr val="dk1"/>
                </a:solidFill>
              </a:rPr>
              <a:t>React Router for in-app navigation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000" b="0" i="0" u="none" strike="noStrike" cap="none" dirty="0">
                <a:solidFill>
                  <a:schemeClr val="dk1"/>
                </a:solidFill>
              </a:rPr>
              <a:t>Tailwind CSS for stylizing custom themes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000" b="0" i="0" u="none" strike="noStrike" cap="none" dirty="0">
                <a:solidFill>
                  <a:schemeClr val="dk1"/>
                </a:solidFill>
              </a:rPr>
              <a:t>React Hook Form to handle user requests</a:t>
            </a:r>
          </a:p>
          <a:p>
            <a:pPr marL="139700" indent="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530828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1D4552F9-1CFF-187C-1149-275AF0A0C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0416C166-3B8E-C588-E484-08719EE8F3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/>
              <a:t>Technologies Used</a:t>
            </a:r>
          </a:p>
        </p:txBody>
      </p:sp>
      <p:pic>
        <p:nvPicPr>
          <p:cNvPr id="6" name="Picture 5" descr="A group of logos on a white background&#10;&#10;AI-generated content may be incorrect.">
            <a:extLst>
              <a:ext uri="{FF2B5EF4-FFF2-40B4-BE49-F238E27FC236}">
                <a16:creationId xmlns:a16="http://schemas.microsoft.com/office/drawing/2014/main" id="{B21AED6B-2E9B-F5D3-A8A0-3AD779F60E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97"/>
          <a:stretch/>
        </p:blipFill>
        <p:spPr>
          <a:xfrm>
            <a:off x="311700" y="1208225"/>
            <a:ext cx="2441879" cy="326440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7353C84C-0290-A83C-07E6-DA2E80324BF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134579" y="1208225"/>
            <a:ext cx="5697720" cy="3264408"/>
          </a:xfrm>
        </p:spPr>
        <p:txBody>
          <a:bodyPr spcFirstLastPara="1" lIns="91425" tIns="91425" rIns="91425" bIns="91425" anchor="t" anchorCtr="0">
            <a:normAutofit/>
          </a:bodyPr>
          <a:lstStyle/>
          <a:p>
            <a:pPr marL="457200" lvl="0" indent="-31750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Back-end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Built using Express.js for handling routes, authentication, and journaling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JWT manages user sessions securely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Data stored in PostgreSQL</a:t>
            </a:r>
          </a:p>
          <a:p>
            <a:pPr marL="425450" indent="-28575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Data persistence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Prisma ORM keeps database schema in sync with the code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Helping in applying changes to the database through automated migrations</a:t>
            </a:r>
          </a:p>
          <a:p>
            <a:pPr marL="457200" lvl="0" indent="-31750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Messaging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The app doesn’t use a dedicated messaging queue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Internal modules within the app (e.g. collector &amp; analyzer) communicate via API calls</a:t>
            </a:r>
          </a:p>
          <a:p>
            <a:pPr marL="457200" lvl="0" indent="-31750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Production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Deployed front-end using Vercel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Back-end deployed on Google Cloud Platform (CGP)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/>
              <a:buChar char="Ø"/>
            </a:pPr>
            <a:endParaRPr lang="en-US" sz="900" b="0" i="0" u="none" strike="noStrike" cap="none" dirty="0">
              <a:solidFill>
                <a:schemeClr val="dk1"/>
              </a:solidFill>
            </a:endParaRPr>
          </a:p>
          <a:p>
            <a:pPr marL="596900" lvl="1" indent="0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/>
              <a:buNone/>
            </a:pPr>
            <a:endParaRPr lang="en-US" sz="900" b="0" i="0" u="none" strike="noStrike" cap="none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763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2EA1AE64-905D-72EE-B38D-4CA0E71D3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>
            <a:extLst>
              <a:ext uri="{FF2B5EF4-FFF2-40B4-BE49-F238E27FC236}">
                <a16:creationId xmlns:a16="http://schemas.microsoft.com/office/drawing/2014/main" id="{5F6048B8-34C0-C54B-F572-A908777B1B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/>
              <a:t>Technologies Used</a:t>
            </a:r>
          </a:p>
        </p:txBody>
      </p:sp>
      <p:pic>
        <p:nvPicPr>
          <p:cNvPr id="4100" name="Picture 4" descr="GitHub Logo, symbol, meaning, history, PNG, brand">
            <a:extLst>
              <a:ext uri="{FF2B5EF4-FFF2-40B4-BE49-F238E27FC236}">
                <a16:creationId xmlns:a16="http://schemas.microsoft.com/office/drawing/2014/main" id="{F854DD0C-34BB-66CF-E1F1-5FE833732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37" r="28878" b="-20"/>
          <a:stretch/>
        </p:blipFill>
        <p:spPr bwMode="auto">
          <a:xfrm>
            <a:off x="311700" y="1208225"/>
            <a:ext cx="2441879" cy="32644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75" name="Google Shape;75;p16">
            <a:extLst>
              <a:ext uri="{FF2B5EF4-FFF2-40B4-BE49-F238E27FC236}">
                <a16:creationId xmlns:a16="http://schemas.microsoft.com/office/drawing/2014/main" id="{4CD190A9-5288-A398-6A06-CAEEFCEFD28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134579" y="1208225"/>
            <a:ext cx="5697720" cy="3264408"/>
          </a:xfrm>
        </p:spPr>
        <p:txBody>
          <a:bodyPr spcFirstLastPara="1" lIns="91425" tIns="91425" rIns="91425" bIns="91425" anchor="t" anchorCtr="0">
            <a:normAutofit/>
          </a:bodyPr>
          <a:lstStyle/>
          <a:p>
            <a:pPr marL="457200" lvl="0" indent="-31750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Continuous Integration (CI)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GitHub Actions is used as our CI platform to automate tasks like building and testing the project. 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Custom </a:t>
            </a:r>
            <a:r>
              <a:rPr lang="en-US" sz="900" b="0" i="0" u="none" strike="noStrike" cap="none" dirty="0" err="1">
                <a:solidFill>
                  <a:schemeClr val="dk1"/>
                </a:solidFill>
              </a:rPr>
              <a:t>npm</a:t>
            </a:r>
            <a:r>
              <a:rPr lang="en-US" sz="900" b="0" i="0" u="none" strike="noStrike" cap="none" dirty="0">
                <a:solidFill>
                  <a:schemeClr val="dk1"/>
                </a:solidFill>
              </a:rPr>
              <a:t> scripts (e.g., build, test, migrate) are triggered as part of the CI pipeline, ensuring consistent execution and reducing manual errors. 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Our collector and analyzer components are integrated into the CI workflow, allowing automated checks and analysis on every push or pull request.</a:t>
            </a:r>
          </a:p>
          <a:p>
            <a:pPr marL="457200" lvl="0" indent="-31750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Monitoring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No dedicated monitoring system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900" b="0" i="0" u="none" strike="noStrike" cap="none" dirty="0" err="1">
                <a:solidFill>
                  <a:schemeClr val="dk1"/>
                </a:solidFill>
              </a:rPr>
              <a:t>checkStatus.ts</a:t>
            </a:r>
            <a:r>
              <a:rPr lang="en-US" sz="900" b="0" i="0" u="none" strike="noStrike" cap="none" dirty="0">
                <a:solidFill>
                  <a:schemeClr val="dk1"/>
                </a:solidFill>
              </a:rPr>
              <a:t> runs before tests to ensure that the system is operational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Handled logs manually during development</a:t>
            </a:r>
          </a:p>
          <a:p>
            <a:pPr marL="457200" lvl="0" indent="-317500">
              <a:lnSpc>
                <a:spcPct val="105000"/>
              </a:lnSpc>
              <a:spcAft>
                <a:spcPts val="60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Continuous Deployment (CD)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Deployed front-end using </a:t>
            </a:r>
            <a:r>
              <a:rPr lang="en-US" sz="900" b="0" i="0" u="none" strike="noStrike" cap="none" dirty="0" err="1">
                <a:solidFill>
                  <a:schemeClr val="dk1"/>
                </a:solidFill>
              </a:rPr>
              <a:t>Vercel</a:t>
            </a:r>
            <a:r>
              <a:rPr lang="en-US" sz="900" b="0" i="0" u="none" strike="noStrike" cap="none" dirty="0">
                <a:solidFill>
                  <a:schemeClr val="dk1"/>
                </a:solidFill>
              </a:rPr>
              <a:t>, solved deployment issues by using the command ‘</a:t>
            </a:r>
            <a:r>
              <a:rPr lang="en-US" sz="900" b="0" i="0" u="none" strike="noStrike" cap="none" dirty="0" err="1">
                <a:solidFill>
                  <a:schemeClr val="dk1"/>
                </a:solidFill>
              </a:rPr>
              <a:t>npm</a:t>
            </a:r>
            <a:r>
              <a:rPr lang="en-US" sz="900" b="0" i="0" u="none" strike="noStrike" cap="none" dirty="0">
                <a:solidFill>
                  <a:schemeClr val="dk1"/>
                </a:solidFill>
              </a:rPr>
              <a:t> </a:t>
            </a:r>
            <a:r>
              <a:rPr lang="en-US" sz="900" b="0" i="0" u="none" strike="noStrike" cap="none" dirty="0" err="1">
                <a:solidFill>
                  <a:schemeClr val="dk1"/>
                </a:solidFill>
              </a:rPr>
              <a:t>i</a:t>
            </a:r>
            <a:r>
              <a:rPr lang="en-US" sz="900" b="0" i="0" u="none" strike="noStrike" cap="none" dirty="0">
                <a:solidFill>
                  <a:schemeClr val="dk1"/>
                </a:solidFill>
              </a:rPr>
              <a:t> --force’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900" b="0" i="0" u="none" strike="noStrike" cap="none" dirty="0">
                <a:solidFill>
                  <a:schemeClr val="dk1"/>
                </a:solidFill>
              </a:rPr>
              <a:t>Back-end deployed on GCP</a:t>
            </a:r>
          </a:p>
        </p:txBody>
      </p:sp>
    </p:spTree>
    <p:extLst>
      <p:ext uri="{BB962C8B-B14F-4D97-AF65-F5344CB8AC3E}">
        <p14:creationId xmlns:p14="http://schemas.microsoft.com/office/powerpoint/2010/main" val="136452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High Level Design (Architecture)</a:t>
            </a:r>
            <a:endParaRPr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CB17D8-89DD-BB5B-7730-4E071BD56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225" y="1436088"/>
            <a:ext cx="7262580" cy="29119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ctrTitle"/>
          </p:nvPr>
        </p:nvSpPr>
        <p:spPr>
          <a:xfrm>
            <a:off x="0" y="1240109"/>
            <a:ext cx="8520600" cy="2052600"/>
          </a:xfr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Demo</a:t>
            </a:r>
            <a:br>
              <a:rPr lang="en" b="1" dirty="0"/>
            </a:br>
            <a:br>
              <a:rPr lang="en" b="1" dirty="0"/>
            </a:br>
            <a:r>
              <a:rPr lang="en-IN" sz="1300" b="1" dirty="0"/>
              <a:t>https://drive.google.com/file/d/1pfuuRZDJ_70X7X8Pm7n8CO5yRuN87O3M/view?usp=sharing</a:t>
            </a:r>
            <a:endParaRPr lang="en-US" sz="1300" b="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2CE1D-65C7-B376-21F2-281CB70E5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Login Page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17A66E-0767-2554-5A8D-4CADC53DE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43" y="1017725"/>
            <a:ext cx="7851913" cy="4117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060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5ECD0-8BA3-14E7-6DAB-0251D87EB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3A5A-B354-4D68-D3CF-045E95C8E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Home Page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52F0F8-5B00-A7FE-5FC6-5549BD1FE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82" y="1017725"/>
            <a:ext cx="7461236" cy="391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932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3193A-2A8F-7865-CC0D-2DFB98B2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37E5A-CC29-5528-184E-DCD61F65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Journal Calendar</a:t>
            </a:r>
          </a:p>
        </p:txBody>
      </p:sp>
      <p:pic>
        <p:nvPicPr>
          <p:cNvPr id="4" name="Picture 3" descr="A screenshot of a calendar&#10;&#10;AI-generated content may be incorrect.">
            <a:extLst>
              <a:ext uri="{FF2B5EF4-FFF2-40B4-BE49-F238E27FC236}">
                <a16:creationId xmlns:a16="http://schemas.microsoft.com/office/drawing/2014/main" id="{38766399-668B-E57B-9BAC-A3477E51E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" y="1017725"/>
            <a:ext cx="7292898" cy="382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208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C7787-DC05-85D4-3B0F-11E2557AA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C884F-66D9-3A39-508C-5C52B3C31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Mood Details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1F7F90-6623-FD7C-0251-ABCC30413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279" y="1142322"/>
            <a:ext cx="7233424" cy="3783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1535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F8CCA-A721-115A-C4A0-F6E45F5A2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62FB3-0CE6-15A0-6EE3-85972AAE2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Mood Chart</a:t>
            </a:r>
          </a:p>
        </p:txBody>
      </p:sp>
      <p:pic>
        <p:nvPicPr>
          <p:cNvPr id="4" name="Picture 3" descr="A screenshot of a chart&#10;&#10;AI-generated content may be incorrect.">
            <a:extLst>
              <a:ext uri="{FF2B5EF4-FFF2-40B4-BE49-F238E27FC236}">
                <a16:creationId xmlns:a16="http://schemas.microsoft.com/office/drawing/2014/main" id="{8FB4653E-2B2E-1028-C61E-FA7522985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19" y="1126659"/>
            <a:ext cx="7107044" cy="371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343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Retrospective</a:t>
            </a:r>
            <a:endParaRPr b="1" dirty="0"/>
          </a:p>
        </p:txBody>
      </p:sp>
      <p:sp>
        <p:nvSpPr>
          <p:cNvPr id="97" name="Google Shape;97;p19"/>
          <p:cNvSpPr txBox="1"/>
          <p:nvPr/>
        </p:nvSpPr>
        <p:spPr>
          <a:xfrm>
            <a:off x="3091625" y="2671675"/>
            <a:ext cx="5337300" cy="15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i="1">
              <a:solidFill>
                <a:srgbClr val="FF0000"/>
              </a:solidFill>
            </a:endParaRPr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464100" y="1542000"/>
            <a:ext cx="26274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" sz="12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" sz="1200" b="1" dirty="0">
                <a:solidFill>
                  <a:schemeClr val="tx1"/>
                </a:solidFill>
              </a:rPr>
              <a:t>What Went Well?</a:t>
            </a:r>
            <a:br>
              <a:rPr lang="en" sz="1200" b="1" dirty="0">
                <a:solidFill>
                  <a:schemeClr val="tx1"/>
                </a:solidFill>
              </a:rPr>
            </a:br>
            <a:br>
              <a:rPr lang="en" sz="1200" b="1" dirty="0">
                <a:solidFill>
                  <a:schemeClr val="tx1"/>
                </a:solidFill>
              </a:rPr>
            </a:br>
            <a:r>
              <a:rPr lang="en-US" sz="1000" b="1" dirty="0">
                <a:solidFill>
                  <a:schemeClr val="tx1"/>
                </a:solidFill>
              </a:rPr>
              <a:t>Calendar Integration:</a:t>
            </a:r>
            <a:r>
              <a:rPr lang="en-US" sz="1000" dirty="0">
                <a:solidFill>
                  <a:schemeClr val="tx1"/>
                </a:solidFill>
              </a:rPr>
              <a:t> Used an outdated React calendar package, but it worked well for journal tracking.</a:t>
            </a:r>
          </a:p>
          <a:p>
            <a:pPr marL="114300" indent="0">
              <a:buNone/>
            </a:pPr>
            <a:endParaRPr lang="en-US" sz="1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Collector &amp; Analyzer Implementation: </a:t>
            </a:r>
            <a:r>
              <a:rPr lang="en-US" sz="1000" dirty="0">
                <a:solidFill>
                  <a:schemeClr val="tx1"/>
                </a:solidFill>
              </a:rPr>
              <a:t>Initially seemed complex, but easy to implement once logic was defined.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200" b="1" dirty="0">
              <a:solidFill>
                <a:schemeClr val="tx1"/>
              </a:solidFill>
            </a:endParaRPr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3545679" y="731375"/>
            <a:ext cx="2627400" cy="51087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" sz="12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" sz="12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" sz="12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" sz="12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" sz="12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" sz="1200" b="1" dirty="0">
                <a:solidFill>
                  <a:schemeClr val="tx1"/>
                </a:solidFill>
              </a:rPr>
              <a:t>What Was Confusing? </a:t>
            </a:r>
          </a:p>
          <a:p>
            <a:pPr marL="114300" indent="0">
              <a:buNone/>
            </a:pPr>
            <a:br>
              <a:rPr lang="en" sz="1200" b="1" dirty="0">
                <a:solidFill>
                  <a:schemeClr val="tx1"/>
                </a:solidFill>
              </a:rPr>
            </a:br>
            <a:r>
              <a:rPr lang="en-US" sz="1000" b="1" dirty="0">
                <a:solidFill>
                  <a:schemeClr val="tx1"/>
                </a:solidFill>
              </a:rPr>
              <a:t>Prisma Session Errors: </a:t>
            </a:r>
            <a:r>
              <a:rPr lang="en-US" sz="1000" dirty="0">
                <a:solidFill>
                  <a:schemeClr val="tx1"/>
                </a:solidFill>
              </a:rPr>
              <a:t>Encountered session bugs; resolved through collaborative debugging.</a:t>
            </a:r>
          </a:p>
          <a:p>
            <a:pPr marL="114300" indent="0">
              <a:buNone/>
            </a:pPr>
            <a:endParaRPr lang="en-US" sz="1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Frontend Deployment to </a:t>
            </a:r>
            <a:r>
              <a:rPr lang="en-US" sz="1000" b="1" dirty="0" err="1">
                <a:solidFill>
                  <a:schemeClr val="tx1"/>
                </a:solidFill>
              </a:rPr>
              <a:t>Vercel</a:t>
            </a:r>
            <a:r>
              <a:rPr lang="en-US" sz="1000" b="1" dirty="0">
                <a:solidFill>
                  <a:schemeClr val="tx1"/>
                </a:solidFill>
              </a:rPr>
              <a:t>:</a:t>
            </a:r>
          </a:p>
          <a:p>
            <a:pPr marL="11430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Deployment failed due to outdated dependencies. Resolved with `</a:t>
            </a:r>
            <a:r>
              <a:rPr lang="en-US" sz="1000" dirty="0" err="1">
                <a:solidFill>
                  <a:schemeClr val="tx1"/>
                </a:solidFill>
              </a:rPr>
              <a:t>npm</a:t>
            </a:r>
            <a:r>
              <a:rPr lang="en-US" sz="1000" dirty="0">
                <a:solidFill>
                  <a:schemeClr val="tx1"/>
                </a:solidFill>
              </a:rPr>
              <a:t> install --force`.</a:t>
            </a:r>
          </a:p>
          <a:p>
            <a:pPr marL="114300" indent="0">
              <a:buNone/>
            </a:pPr>
            <a:endParaRPr lang="en-US" sz="10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Prisma Deployment with </a:t>
            </a:r>
            <a:r>
              <a:rPr lang="en-US" sz="1000" b="1" dirty="0" err="1">
                <a:solidFill>
                  <a:schemeClr val="tx1"/>
                </a:solidFill>
              </a:rPr>
              <a:t>Supabase</a:t>
            </a:r>
            <a:r>
              <a:rPr lang="en-US" sz="1000" b="1" dirty="0">
                <a:solidFill>
                  <a:schemeClr val="tx1"/>
                </a:solidFill>
              </a:rPr>
              <a:t> on GCP</a:t>
            </a:r>
            <a:r>
              <a:rPr lang="en-US" sz="1000" dirty="0">
                <a:solidFill>
                  <a:schemeClr val="tx1"/>
                </a:solidFill>
              </a:rPr>
              <a:t>: Faced `</a:t>
            </a:r>
            <a:r>
              <a:rPr lang="en-US" sz="1000" dirty="0" err="1">
                <a:solidFill>
                  <a:schemeClr val="tx1"/>
                </a:solidFill>
              </a:rPr>
              <a:t>prisma</a:t>
            </a:r>
            <a:r>
              <a:rPr lang="en-US" sz="1000" dirty="0">
                <a:solidFill>
                  <a:schemeClr val="tx1"/>
                </a:solidFill>
              </a:rPr>
              <a:t> generate` errors. Fixed by removing local client dependency during deployment.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200" b="1" dirty="0">
              <a:solidFill>
                <a:schemeClr val="tx1"/>
              </a:solidFill>
            </a:endParaRPr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6331500" y="1542000"/>
            <a:ext cx="26274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" sz="1200" b="1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" sz="1200" b="1" dirty="0">
                <a:solidFill>
                  <a:schemeClr val="tx1"/>
                </a:solidFill>
              </a:rPr>
              <a:t>What didn’t go Well?</a:t>
            </a:r>
            <a:br>
              <a:rPr lang="en" sz="1200" b="1" dirty="0">
                <a:solidFill>
                  <a:schemeClr val="tx1"/>
                </a:solidFill>
              </a:rPr>
            </a:br>
            <a:br>
              <a:rPr lang="en" sz="1000" b="1" dirty="0">
                <a:solidFill>
                  <a:schemeClr val="tx1"/>
                </a:solidFill>
              </a:rPr>
            </a:br>
            <a:r>
              <a:rPr lang="en-US" sz="1000" b="1" dirty="0">
                <a:solidFill>
                  <a:schemeClr val="tx1"/>
                </a:solidFill>
              </a:rPr>
              <a:t>Timestamp Bug in Journal Entries:</a:t>
            </a:r>
          </a:p>
          <a:p>
            <a:pPr marL="11430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Entries saved to the previous day. Temporary fix applied with hardcoded MST </a:t>
            </a:r>
            <a:r>
              <a:rPr lang="en-US" sz="1000" dirty="0" err="1">
                <a:solidFill>
                  <a:schemeClr val="tx1"/>
                </a:solidFill>
              </a:rPr>
              <a:t>timezone</a:t>
            </a:r>
            <a:r>
              <a:rPr lang="en-US" sz="1200" dirty="0">
                <a:solidFill>
                  <a:schemeClr val="tx1"/>
                </a:solidFill>
              </a:rPr>
              <a:t>.</a:t>
            </a:r>
          </a:p>
          <a:p>
            <a:pPr marL="114300" indent="0">
              <a:buNone/>
            </a:pPr>
            <a:endParaRPr lang="en-US" sz="12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sz="1000" b="1" dirty="0">
                <a:solidFill>
                  <a:schemeClr val="tx1"/>
                </a:solidFill>
              </a:rPr>
              <a:t>Errors while implementing Job scheduler: </a:t>
            </a:r>
            <a:r>
              <a:rPr lang="en-US" sz="1000" dirty="0">
                <a:solidFill>
                  <a:schemeClr val="tx1"/>
                </a:solidFill>
              </a:rPr>
              <a:t>Facing  node errors while adding a job scheduler to GCP to automate the collector and analyzer.</a:t>
            </a:r>
          </a:p>
          <a:p>
            <a:pPr marL="114300" indent="0">
              <a:buNone/>
            </a:pPr>
            <a:endParaRPr lang="en-US" sz="12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12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sz="12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 dirty="0">
              <a:solidFill>
                <a:schemeClr val="tx1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886458" y="1066793"/>
            <a:ext cx="673200" cy="5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800">
                <a:solidFill>
                  <a:schemeClr val="dk2"/>
                </a:solidFill>
              </a:rPr>
              <a:t>🙂</a:t>
            </a:r>
            <a:endParaRPr sz="4800"/>
          </a:p>
        </p:txBody>
      </p:sp>
      <p:sp>
        <p:nvSpPr>
          <p:cNvPr id="102" name="Google Shape;102;p19"/>
          <p:cNvSpPr txBox="1"/>
          <p:nvPr/>
        </p:nvSpPr>
        <p:spPr>
          <a:xfrm>
            <a:off x="4034679" y="1066793"/>
            <a:ext cx="673200" cy="5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800">
                <a:solidFill>
                  <a:schemeClr val="dk2"/>
                </a:solidFill>
              </a:rPr>
              <a:t>😐</a:t>
            </a:r>
            <a:endParaRPr sz="4800"/>
          </a:p>
        </p:txBody>
      </p:sp>
      <p:sp>
        <p:nvSpPr>
          <p:cNvPr id="103" name="Google Shape;103;p19"/>
          <p:cNvSpPr txBox="1"/>
          <p:nvPr/>
        </p:nvSpPr>
        <p:spPr>
          <a:xfrm>
            <a:off x="6734456" y="1066793"/>
            <a:ext cx="673200" cy="5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800">
                <a:solidFill>
                  <a:schemeClr val="dk2"/>
                </a:solidFill>
              </a:rPr>
              <a:t>😕</a:t>
            </a:r>
            <a:endParaRPr sz="4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E7BBD-0E14-C86E-C26B-7C9A697DE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28004055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709</Words>
  <Application>Microsoft Office PowerPoint</Application>
  <PresentationFormat>On-screen Show (16:9)</PresentationFormat>
  <Paragraphs>108</Paragraphs>
  <Slides>17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Amasis MT Pro Black</vt:lpstr>
      <vt:lpstr>Arial</vt:lpstr>
      <vt:lpstr>Simple Light</vt:lpstr>
      <vt:lpstr>MIND BLOOM Mental Health Affirmation Journal</vt:lpstr>
      <vt:lpstr>Project Overview</vt:lpstr>
      <vt:lpstr>Project Overview</vt:lpstr>
      <vt:lpstr>Features</vt:lpstr>
      <vt:lpstr>Technologies Used</vt:lpstr>
      <vt:lpstr>Technologies Used</vt:lpstr>
      <vt:lpstr>Technologies Used</vt:lpstr>
      <vt:lpstr>Technologies Used</vt:lpstr>
      <vt:lpstr>High Level Design (Architecture)</vt:lpstr>
      <vt:lpstr>Demo  https://drive.google.com/file/d/1pfuuRZDJ_70X7X8Pm7n8CO5yRuN87O3M/view?usp=sharing</vt:lpstr>
      <vt:lpstr>Login Page</vt:lpstr>
      <vt:lpstr>Home Page</vt:lpstr>
      <vt:lpstr>Journal Calendar</vt:lpstr>
      <vt:lpstr>Mood Details</vt:lpstr>
      <vt:lpstr>Mood Chart</vt:lpstr>
      <vt:lpstr>Retrospective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Rigved Thorat</dc:creator>
  <cp:lastModifiedBy>Rigved Thorat</cp:lastModifiedBy>
  <cp:revision>132</cp:revision>
  <dcterms:modified xsi:type="dcterms:W3CDTF">2025-05-03T03:13:37Z</dcterms:modified>
</cp:coreProperties>
</file>